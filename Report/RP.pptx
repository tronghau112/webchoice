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9" r:id="rId14"/>
    <p:sldId id="268" r:id="rId15"/>
  </p:sldIdLst>
  <p:sldSz cx="12188825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pos="3839">
          <p15:clr>
            <a:srgbClr val="A4A3A4"/>
          </p15:clr>
        </p15:guide>
        <p15:guide id="2" orient="horz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go="http://customooxmlschemas.google.com/" r:id="rId19" roundtripDataSignature="AMtx7mhfK0sGl2t8FQ68p5mjzYZKV+B/b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90" y="552"/>
      </p:cViewPr>
      <p:guideLst>
        <p:guide pos="3839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customschemas.google.com/relationships/presentationmetadata" Target="meta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‹#›</a:t>
            </a:fld>
            <a:endParaRPr sz="1200" b="0" i="0" u="none" strike="noStrike" cap="none">
              <a:solidFill>
                <a:schemeClr val="dk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2" name="Google Shape;10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5" name="Google Shape;115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2" name="Google Shape;122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" name="Google Shape;149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" name="Google Shape;174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" name="Google Shape;186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8" name="Google Shape;19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0" name="Google Shape;210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8" name="Google Shape;19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338219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2" name="Google Shape;222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15"/>
          <p:cNvSpPr txBox="1">
            <a:spLocks noGrp="1"/>
          </p:cNvSpPr>
          <p:nvPr>
            <p:ph type="ctrTitle"/>
          </p:nvPr>
        </p:nvSpPr>
        <p:spPr>
          <a:xfrm>
            <a:off x="2417150" y="802299"/>
            <a:ext cx="8634824" cy="25414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98"/>
              <a:buFont typeface="Gill Sans"/>
              <a:buNone/>
              <a:defRPr sz="6598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5"/>
          <p:cNvSpPr txBox="1">
            <a:spLocks noGrp="1"/>
          </p:cNvSpPr>
          <p:nvPr>
            <p:ph type="subTitle" idx="1"/>
          </p:nvPr>
        </p:nvSpPr>
        <p:spPr>
          <a:xfrm>
            <a:off x="2417150" y="3531205"/>
            <a:ext cx="8634823" cy="9776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799"/>
              <a:buNone/>
              <a:defRPr sz="1799" b="0" cap="none">
                <a:solidFill>
                  <a:schemeClr val="dk1"/>
                </a:solidFill>
              </a:defRPr>
            </a:lvl1pPr>
            <a:lvl2pPr lvl="1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799"/>
              <a:buNone/>
              <a:defRPr sz="1799"/>
            </a:lvl2pPr>
            <a:lvl3pPr lvl="2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799"/>
              <a:buNone/>
              <a:defRPr sz="1799"/>
            </a:lvl3pPr>
            <a:lvl4pPr lvl="3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1" name="Google Shape;21;p15"/>
          <p:cNvSpPr txBox="1">
            <a:spLocks noGrp="1"/>
          </p:cNvSpPr>
          <p:nvPr>
            <p:ph type="dt" idx="10"/>
          </p:nvPr>
        </p:nvSpPr>
        <p:spPr>
          <a:xfrm>
            <a:off x="7552171" y="330370"/>
            <a:ext cx="3499803" cy="309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15"/>
          <p:cNvSpPr txBox="1">
            <a:spLocks noGrp="1"/>
          </p:cNvSpPr>
          <p:nvPr>
            <p:ph type="ftr" idx="11"/>
          </p:nvPr>
        </p:nvSpPr>
        <p:spPr>
          <a:xfrm>
            <a:off x="2415871" y="329308"/>
            <a:ext cx="4972620" cy="309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5"/>
          <p:cNvSpPr txBox="1">
            <a:spLocks noGrp="1"/>
          </p:cNvSpPr>
          <p:nvPr>
            <p:ph type="sldNum" idx="12"/>
          </p:nvPr>
        </p:nvSpPr>
        <p:spPr>
          <a:xfrm>
            <a:off x="1437290" y="798973"/>
            <a:ext cx="810808" cy="5035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24" name="Google Shape;24;p15"/>
          <p:cNvCxnSpPr/>
          <p:nvPr/>
        </p:nvCxnSpPr>
        <p:spPr>
          <a:xfrm>
            <a:off x="2417150" y="3528542"/>
            <a:ext cx="8634823" cy="0"/>
          </a:xfrm>
          <a:prstGeom prst="straightConnector1">
            <a:avLst/>
          </a:prstGeom>
          <a:noFill/>
          <a:ln w="317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6"/>
          <p:cNvSpPr txBox="1">
            <a:spLocks noGrp="1"/>
          </p:cNvSpPr>
          <p:nvPr>
            <p:ph type="title"/>
          </p:nvPr>
        </p:nvSpPr>
        <p:spPr>
          <a:xfrm>
            <a:off x="1451202" y="804520"/>
            <a:ext cx="9600774" cy="1049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6"/>
          <p:cNvSpPr txBox="1">
            <a:spLocks noGrp="1"/>
          </p:cNvSpPr>
          <p:nvPr>
            <p:ph type="body" idx="1"/>
          </p:nvPr>
        </p:nvSpPr>
        <p:spPr>
          <a:xfrm>
            <a:off x="1451202" y="2015733"/>
            <a:ext cx="9600774" cy="3450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" name="Google Shape;28;p16"/>
          <p:cNvSpPr txBox="1">
            <a:spLocks noGrp="1"/>
          </p:cNvSpPr>
          <p:nvPr>
            <p:ph type="dt" idx="10"/>
          </p:nvPr>
        </p:nvSpPr>
        <p:spPr>
          <a:xfrm>
            <a:off x="7552171" y="330370"/>
            <a:ext cx="3499803" cy="309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6"/>
          <p:cNvSpPr txBox="1">
            <a:spLocks noGrp="1"/>
          </p:cNvSpPr>
          <p:nvPr>
            <p:ph type="ftr" idx="11"/>
          </p:nvPr>
        </p:nvSpPr>
        <p:spPr>
          <a:xfrm>
            <a:off x="1451201" y="329308"/>
            <a:ext cx="5937289" cy="309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6"/>
          <p:cNvSpPr txBox="1">
            <a:spLocks noGrp="1"/>
          </p:cNvSpPr>
          <p:nvPr>
            <p:ph type="sldNum" idx="12"/>
          </p:nvPr>
        </p:nvSpPr>
        <p:spPr>
          <a:xfrm>
            <a:off x="479935" y="798973"/>
            <a:ext cx="810808" cy="5035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31" name="Google Shape;31;p16"/>
          <p:cNvCxnSpPr/>
          <p:nvPr/>
        </p:nvCxnSpPr>
        <p:spPr>
          <a:xfrm>
            <a:off x="1453517" y="1847088"/>
            <a:ext cx="9605020" cy="0"/>
          </a:xfrm>
          <a:prstGeom prst="straightConnector1">
            <a:avLst/>
          </a:prstGeom>
          <a:noFill/>
          <a:ln w="317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7"/>
          <p:cNvSpPr txBox="1">
            <a:spLocks noGrp="1"/>
          </p:cNvSpPr>
          <p:nvPr>
            <p:ph type="title"/>
          </p:nvPr>
        </p:nvSpPr>
        <p:spPr>
          <a:xfrm>
            <a:off x="1453860" y="1756130"/>
            <a:ext cx="8640903" cy="1887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99"/>
              <a:buFont typeface="Gill Sans"/>
              <a:buNone/>
              <a:defRPr sz="3599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17"/>
          <p:cNvSpPr txBox="1">
            <a:spLocks noGrp="1"/>
          </p:cNvSpPr>
          <p:nvPr>
            <p:ph type="body" idx="1"/>
          </p:nvPr>
        </p:nvSpPr>
        <p:spPr>
          <a:xfrm>
            <a:off x="1453861" y="3806196"/>
            <a:ext cx="8628198" cy="10129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45700" anchor="t" anchorCtr="0">
            <a:normAutofit/>
          </a:bodyPr>
          <a:lstStyle>
            <a:lvl1pPr marL="457200" lvl="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799"/>
              <a:buNone/>
              <a:defRPr sz="1799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799"/>
              <a:buNone/>
              <a:defRPr sz="1799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799"/>
              <a:buNone/>
              <a:defRPr sz="1799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5" name="Google Shape;35;p17"/>
          <p:cNvSpPr txBox="1">
            <a:spLocks noGrp="1"/>
          </p:cNvSpPr>
          <p:nvPr>
            <p:ph type="dt" idx="10"/>
          </p:nvPr>
        </p:nvSpPr>
        <p:spPr>
          <a:xfrm>
            <a:off x="7552171" y="330370"/>
            <a:ext cx="3499803" cy="309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17"/>
          <p:cNvSpPr txBox="1">
            <a:spLocks noGrp="1"/>
          </p:cNvSpPr>
          <p:nvPr>
            <p:ph type="ftr" idx="11"/>
          </p:nvPr>
        </p:nvSpPr>
        <p:spPr>
          <a:xfrm>
            <a:off x="1451201" y="329308"/>
            <a:ext cx="5937289" cy="309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17"/>
          <p:cNvSpPr txBox="1">
            <a:spLocks noGrp="1"/>
          </p:cNvSpPr>
          <p:nvPr>
            <p:ph type="sldNum" idx="12"/>
          </p:nvPr>
        </p:nvSpPr>
        <p:spPr>
          <a:xfrm>
            <a:off x="479935" y="798973"/>
            <a:ext cx="810808" cy="5035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38" name="Google Shape;38;p17"/>
          <p:cNvCxnSpPr/>
          <p:nvPr/>
        </p:nvCxnSpPr>
        <p:spPr>
          <a:xfrm>
            <a:off x="1453861" y="3804985"/>
            <a:ext cx="8628198" cy="0"/>
          </a:xfrm>
          <a:prstGeom prst="straightConnector1">
            <a:avLst/>
          </a:prstGeom>
          <a:noFill/>
          <a:ln w="317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8"/>
          <p:cNvSpPr txBox="1">
            <a:spLocks noGrp="1"/>
          </p:cNvSpPr>
          <p:nvPr>
            <p:ph type="title"/>
          </p:nvPr>
        </p:nvSpPr>
        <p:spPr>
          <a:xfrm>
            <a:off x="1448840" y="804890"/>
            <a:ext cx="9603134" cy="10593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18"/>
          <p:cNvSpPr txBox="1">
            <a:spLocks noGrp="1"/>
          </p:cNvSpPr>
          <p:nvPr>
            <p:ph type="body" idx="1"/>
          </p:nvPr>
        </p:nvSpPr>
        <p:spPr>
          <a:xfrm>
            <a:off x="1446954" y="2010879"/>
            <a:ext cx="4643942" cy="3448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18"/>
          <p:cNvSpPr txBox="1">
            <a:spLocks noGrp="1"/>
          </p:cNvSpPr>
          <p:nvPr>
            <p:ph type="body" idx="2"/>
          </p:nvPr>
        </p:nvSpPr>
        <p:spPr>
          <a:xfrm>
            <a:off x="6412101" y="2017343"/>
            <a:ext cx="4643942" cy="344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3" name="Google Shape;43;p18"/>
          <p:cNvSpPr txBox="1">
            <a:spLocks noGrp="1"/>
          </p:cNvSpPr>
          <p:nvPr>
            <p:ph type="dt" idx="10"/>
          </p:nvPr>
        </p:nvSpPr>
        <p:spPr>
          <a:xfrm>
            <a:off x="7552171" y="330370"/>
            <a:ext cx="3499803" cy="309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8"/>
          <p:cNvSpPr txBox="1">
            <a:spLocks noGrp="1"/>
          </p:cNvSpPr>
          <p:nvPr>
            <p:ph type="ftr" idx="11"/>
          </p:nvPr>
        </p:nvSpPr>
        <p:spPr>
          <a:xfrm>
            <a:off x="1451201" y="329308"/>
            <a:ext cx="5937289" cy="309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18"/>
          <p:cNvSpPr txBox="1">
            <a:spLocks noGrp="1"/>
          </p:cNvSpPr>
          <p:nvPr>
            <p:ph type="sldNum" idx="12"/>
          </p:nvPr>
        </p:nvSpPr>
        <p:spPr>
          <a:xfrm>
            <a:off x="479935" y="798973"/>
            <a:ext cx="810808" cy="5035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46" name="Google Shape;46;p18"/>
          <p:cNvCxnSpPr/>
          <p:nvPr/>
        </p:nvCxnSpPr>
        <p:spPr>
          <a:xfrm>
            <a:off x="1453517" y="1847088"/>
            <a:ext cx="9605020" cy="0"/>
          </a:xfrm>
          <a:prstGeom prst="straightConnector1">
            <a:avLst/>
          </a:prstGeom>
          <a:noFill/>
          <a:ln w="317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9"/>
          <p:cNvSpPr txBox="1">
            <a:spLocks noGrp="1"/>
          </p:cNvSpPr>
          <p:nvPr>
            <p:ph type="title"/>
          </p:nvPr>
        </p:nvSpPr>
        <p:spPr>
          <a:xfrm>
            <a:off x="1446815" y="804164"/>
            <a:ext cx="9605159" cy="10563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9"/>
          <p:cNvSpPr txBox="1">
            <a:spLocks noGrp="1"/>
          </p:cNvSpPr>
          <p:nvPr>
            <p:ph type="body" idx="1"/>
          </p:nvPr>
        </p:nvSpPr>
        <p:spPr>
          <a:xfrm>
            <a:off x="1446814" y="2019550"/>
            <a:ext cx="4643942" cy="8019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199"/>
              <a:buNone/>
              <a:defRPr sz="2199" b="0" cap="none">
                <a:solidFill>
                  <a:schemeClr val="accent1"/>
                </a:solidFill>
              </a:defRPr>
            </a:lvl1pPr>
            <a:lvl2pPr marL="914400" lvl="1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999"/>
              <a:buNone/>
              <a:defRPr sz="1999" b="1"/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799"/>
              <a:buNone/>
              <a:defRPr sz="1799" b="1"/>
            </a:lvl3pPr>
            <a:lvl4pPr marL="1828800" lvl="3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0" name="Google Shape;50;p19"/>
          <p:cNvSpPr txBox="1">
            <a:spLocks noGrp="1"/>
          </p:cNvSpPr>
          <p:nvPr>
            <p:ph type="body" idx="2"/>
          </p:nvPr>
        </p:nvSpPr>
        <p:spPr>
          <a:xfrm>
            <a:off x="1446814" y="2824270"/>
            <a:ext cx="4643942" cy="26444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19"/>
          <p:cNvSpPr txBox="1">
            <a:spLocks noGrp="1"/>
          </p:cNvSpPr>
          <p:nvPr>
            <p:ph type="body" idx="3"/>
          </p:nvPr>
        </p:nvSpPr>
        <p:spPr>
          <a:xfrm>
            <a:off x="6410692" y="2023004"/>
            <a:ext cx="4643942" cy="8022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199"/>
              <a:buNone/>
              <a:defRPr sz="2199" b="0" cap="none">
                <a:solidFill>
                  <a:schemeClr val="accent1"/>
                </a:solidFill>
              </a:defRPr>
            </a:lvl1pPr>
            <a:lvl2pPr marL="914400" lvl="1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999"/>
              <a:buNone/>
              <a:defRPr sz="1999" b="1"/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799"/>
              <a:buNone/>
              <a:defRPr sz="1799" b="1"/>
            </a:lvl3pPr>
            <a:lvl4pPr marL="1828800" lvl="3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2" name="Google Shape;52;p19"/>
          <p:cNvSpPr txBox="1">
            <a:spLocks noGrp="1"/>
          </p:cNvSpPr>
          <p:nvPr>
            <p:ph type="body" idx="4"/>
          </p:nvPr>
        </p:nvSpPr>
        <p:spPr>
          <a:xfrm>
            <a:off x="6410692" y="2821491"/>
            <a:ext cx="4643942" cy="26373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3" name="Google Shape;53;p19"/>
          <p:cNvSpPr txBox="1">
            <a:spLocks noGrp="1"/>
          </p:cNvSpPr>
          <p:nvPr>
            <p:ph type="dt" idx="10"/>
          </p:nvPr>
        </p:nvSpPr>
        <p:spPr>
          <a:xfrm>
            <a:off x="7552171" y="330370"/>
            <a:ext cx="3499803" cy="309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19"/>
          <p:cNvSpPr txBox="1">
            <a:spLocks noGrp="1"/>
          </p:cNvSpPr>
          <p:nvPr>
            <p:ph type="ftr" idx="11"/>
          </p:nvPr>
        </p:nvSpPr>
        <p:spPr>
          <a:xfrm>
            <a:off x="1451201" y="329308"/>
            <a:ext cx="5937289" cy="309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19"/>
          <p:cNvSpPr txBox="1">
            <a:spLocks noGrp="1"/>
          </p:cNvSpPr>
          <p:nvPr>
            <p:ph type="sldNum" idx="12"/>
          </p:nvPr>
        </p:nvSpPr>
        <p:spPr>
          <a:xfrm>
            <a:off x="479935" y="798973"/>
            <a:ext cx="810808" cy="5035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56" name="Google Shape;56;p19"/>
          <p:cNvCxnSpPr/>
          <p:nvPr/>
        </p:nvCxnSpPr>
        <p:spPr>
          <a:xfrm>
            <a:off x="1453517" y="1847088"/>
            <a:ext cx="9605020" cy="0"/>
          </a:xfrm>
          <a:prstGeom prst="straightConnector1">
            <a:avLst/>
          </a:prstGeom>
          <a:noFill/>
          <a:ln w="317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20"/>
          <p:cNvSpPr txBox="1">
            <a:spLocks noGrp="1"/>
          </p:cNvSpPr>
          <p:nvPr>
            <p:ph type="title"/>
          </p:nvPr>
        </p:nvSpPr>
        <p:spPr>
          <a:xfrm>
            <a:off x="1451202" y="804520"/>
            <a:ext cx="9600774" cy="1049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0"/>
          <p:cNvSpPr txBox="1">
            <a:spLocks noGrp="1"/>
          </p:cNvSpPr>
          <p:nvPr>
            <p:ph type="dt" idx="10"/>
          </p:nvPr>
        </p:nvSpPr>
        <p:spPr>
          <a:xfrm>
            <a:off x="7552171" y="330370"/>
            <a:ext cx="3499803" cy="309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0"/>
          <p:cNvSpPr txBox="1">
            <a:spLocks noGrp="1"/>
          </p:cNvSpPr>
          <p:nvPr>
            <p:ph type="ftr" idx="11"/>
          </p:nvPr>
        </p:nvSpPr>
        <p:spPr>
          <a:xfrm>
            <a:off x="1451201" y="329308"/>
            <a:ext cx="5937289" cy="309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20"/>
          <p:cNvSpPr txBox="1">
            <a:spLocks noGrp="1"/>
          </p:cNvSpPr>
          <p:nvPr>
            <p:ph type="sldNum" idx="12"/>
          </p:nvPr>
        </p:nvSpPr>
        <p:spPr>
          <a:xfrm>
            <a:off x="479935" y="798973"/>
            <a:ext cx="810808" cy="5035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62" name="Google Shape;62;p20"/>
          <p:cNvCxnSpPr/>
          <p:nvPr/>
        </p:nvCxnSpPr>
        <p:spPr>
          <a:xfrm>
            <a:off x="1453517" y="1847088"/>
            <a:ext cx="9605020" cy="0"/>
          </a:xfrm>
          <a:prstGeom prst="straightConnector1">
            <a:avLst/>
          </a:prstGeom>
          <a:noFill/>
          <a:ln w="317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21"/>
          <p:cNvSpPr txBox="1">
            <a:spLocks noGrp="1"/>
          </p:cNvSpPr>
          <p:nvPr>
            <p:ph type="dt" idx="10"/>
          </p:nvPr>
        </p:nvSpPr>
        <p:spPr>
          <a:xfrm>
            <a:off x="7552171" y="330370"/>
            <a:ext cx="3499803" cy="309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21"/>
          <p:cNvSpPr txBox="1">
            <a:spLocks noGrp="1"/>
          </p:cNvSpPr>
          <p:nvPr>
            <p:ph type="ftr" idx="11"/>
          </p:nvPr>
        </p:nvSpPr>
        <p:spPr>
          <a:xfrm>
            <a:off x="1451201" y="329308"/>
            <a:ext cx="5937289" cy="309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21"/>
          <p:cNvSpPr txBox="1">
            <a:spLocks noGrp="1"/>
          </p:cNvSpPr>
          <p:nvPr>
            <p:ph type="sldNum" idx="12"/>
          </p:nvPr>
        </p:nvSpPr>
        <p:spPr>
          <a:xfrm>
            <a:off x="479935" y="798973"/>
            <a:ext cx="810808" cy="5035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22"/>
          <p:cNvSpPr txBox="1">
            <a:spLocks noGrp="1"/>
          </p:cNvSpPr>
          <p:nvPr>
            <p:ph type="title"/>
          </p:nvPr>
        </p:nvSpPr>
        <p:spPr>
          <a:xfrm>
            <a:off x="1444295" y="798973"/>
            <a:ext cx="3272247" cy="22471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99"/>
              <a:buFont typeface="Gill Sans"/>
              <a:buNone/>
              <a:defRPr sz="2399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22"/>
          <p:cNvSpPr txBox="1">
            <a:spLocks noGrp="1"/>
          </p:cNvSpPr>
          <p:nvPr>
            <p:ph type="body" idx="1"/>
          </p:nvPr>
        </p:nvSpPr>
        <p:spPr>
          <a:xfrm>
            <a:off x="5042401" y="798974"/>
            <a:ext cx="6010904" cy="46588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429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0" name="Google Shape;70;p22"/>
          <p:cNvSpPr txBox="1">
            <a:spLocks noGrp="1"/>
          </p:cNvSpPr>
          <p:nvPr>
            <p:ph type="body" idx="2"/>
          </p:nvPr>
        </p:nvSpPr>
        <p:spPr>
          <a:xfrm>
            <a:off x="1444295" y="3205492"/>
            <a:ext cx="3274160" cy="2248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1pPr>
            <a:lvl2pPr marL="914400" lvl="1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/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3pPr>
            <a:lvl4pPr marL="1828800" lvl="3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4pPr>
            <a:lvl5pPr marL="2286000" lvl="4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5pPr>
            <a:lvl6pPr marL="2743200" lvl="5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6pPr>
            <a:lvl7pPr marL="3200400" lvl="6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7pPr>
            <a:lvl8pPr marL="3657600" lvl="7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8pPr>
            <a:lvl9pPr marL="4114800" lvl="8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1" name="Google Shape;71;p22"/>
          <p:cNvSpPr txBox="1">
            <a:spLocks noGrp="1"/>
          </p:cNvSpPr>
          <p:nvPr>
            <p:ph type="dt" idx="10"/>
          </p:nvPr>
        </p:nvSpPr>
        <p:spPr>
          <a:xfrm>
            <a:off x="7552171" y="330370"/>
            <a:ext cx="3499803" cy="309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2"/>
          <p:cNvSpPr txBox="1">
            <a:spLocks noGrp="1"/>
          </p:cNvSpPr>
          <p:nvPr>
            <p:ph type="ftr" idx="11"/>
          </p:nvPr>
        </p:nvSpPr>
        <p:spPr>
          <a:xfrm>
            <a:off x="1451201" y="329308"/>
            <a:ext cx="5937289" cy="309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2"/>
          <p:cNvSpPr txBox="1">
            <a:spLocks noGrp="1"/>
          </p:cNvSpPr>
          <p:nvPr>
            <p:ph type="sldNum" idx="12"/>
          </p:nvPr>
        </p:nvSpPr>
        <p:spPr>
          <a:xfrm>
            <a:off x="479935" y="798973"/>
            <a:ext cx="810808" cy="5035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74" name="Google Shape;74;p22"/>
          <p:cNvCxnSpPr/>
          <p:nvPr/>
        </p:nvCxnSpPr>
        <p:spPr>
          <a:xfrm>
            <a:off x="1447903" y="3205491"/>
            <a:ext cx="3268639" cy="0"/>
          </a:xfrm>
          <a:prstGeom prst="straightConnector1">
            <a:avLst/>
          </a:prstGeom>
          <a:noFill/>
          <a:ln w="317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6" name="Google Shape;76;p23"/>
          <p:cNvGrpSpPr/>
          <p:nvPr/>
        </p:nvGrpSpPr>
        <p:grpSpPr>
          <a:xfrm>
            <a:off x="7475440" y="482171"/>
            <a:ext cx="4073472" cy="5149101"/>
            <a:chOff x="7477387" y="482170"/>
            <a:chExt cx="4074533" cy="5149101"/>
          </a:xfrm>
        </p:grpSpPr>
        <p:sp>
          <p:nvSpPr>
            <p:cNvPr id="77" name="Google Shape;77;p23"/>
            <p:cNvSpPr/>
            <p:nvPr/>
          </p:nvSpPr>
          <p:spPr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  <a:lin ang="5400000" scaled="0"/>
            </a:gradFill>
            <a:ln>
              <a:noFill/>
            </a:ln>
            <a:effectLst>
              <a:outerShdw blurRad="127000" dist="228600" dir="4740000" sx="98000" sy="98000" algn="tl" rotWithShape="0">
                <a:srgbClr val="000000">
                  <a:alpha val="33725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78;p23"/>
            <p:cNvSpPr/>
            <p:nvPr/>
          </p:nvSpPr>
          <p:spPr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ap="flat" cmpd="sng">
              <a:solidFill>
                <a:srgbClr val="191919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9" name="Google Shape;79;p23"/>
          <p:cNvSpPr txBox="1">
            <a:spLocks noGrp="1"/>
          </p:cNvSpPr>
          <p:nvPr>
            <p:ph type="title"/>
          </p:nvPr>
        </p:nvSpPr>
        <p:spPr>
          <a:xfrm>
            <a:off x="1450828" y="1129513"/>
            <a:ext cx="5530887" cy="18305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99"/>
              <a:buFont typeface="Gill Sans"/>
              <a:buNone/>
              <a:defRPr sz="3199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23"/>
          <p:cNvSpPr>
            <a:spLocks noGrp="1"/>
          </p:cNvSpPr>
          <p:nvPr>
            <p:ph type="pic" idx="2"/>
          </p:nvPr>
        </p:nvSpPr>
        <p:spPr>
          <a:xfrm>
            <a:off x="8122274" y="1122543"/>
            <a:ext cx="2790444" cy="3866327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ctr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3199"/>
              <a:buFont typeface="Arial"/>
              <a:buNone/>
              <a:defRPr sz="3199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R="0" lvl="1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799"/>
              <a:buFont typeface="Arial"/>
              <a:buNone/>
              <a:defRPr sz="2799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R="0" lvl="2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399"/>
              <a:buFont typeface="Arial"/>
              <a:buNone/>
              <a:defRPr sz="2399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R="0" lvl="3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999"/>
              <a:buFont typeface="Arial"/>
              <a:buNone/>
              <a:defRPr sz="1999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R="0" lvl="4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999"/>
              <a:buFont typeface="Arial"/>
              <a:buNone/>
              <a:defRPr sz="1999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R="0" lvl="5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999"/>
              <a:buFont typeface="Arial"/>
              <a:buNone/>
              <a:defRPr sz="1999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R="0" lvl="6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999"/>
              <a:buFont typeface="Arial"/>
              <a:buNone/>
              <a:defRPr sz="1999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R="0" lvl="7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999"/>
              <a:buFont typeface="Arial"/>
              <a:buNone/>
              <a:defRPr sz="1999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R="0" lvl="8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999"/>
              <a:buFont typeface="Arial"/>
              <a:buNone/>
              <a:defRPr sz="1999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endParaRPr/>
          </a:p>
        </p:txBody>
      </p:sp>
      <p:sp>
        <p:nvSpPr>
          <p:cNvPr id="81" name="Google Shape;81;p23"/>
          <p:cNvSpPr txBox="1">
            <a:spLocks noGrp="1"/>
          </p:cNvSpPr>
          <p:nvPr>
            <p:ph type="body" idx="1"/>
          </p:nvPr>
        </p:nvSpPr>
        <p:spPr>
          <a:xfrm>
            <a:off x="1449951" y="3145992"/>
            <a:ext cx="5522965" cy="20037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799"/>
              <a:buNone/>
              <a:defRPr sz="1799"/>
            </a:lvl1pPr>
            <a:lvl2pPr marL="914400" lvl="1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/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3pPr>
            <a:lvl4pPr marL="1828800" lvl="3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4pPr>
            <a:lvl5pPr marL="2286000" lvl="4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5pPr>
            <a:lvl6pPr marL="2743200" lvl="5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6pPr>
            <a:lvl7pPr marL="3200400" lvl="6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7pPr>
            <a:lvl8pPr marL="3657600" lvl="7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8pPr>
            <a:lvl9pPr marL="4114800" lvl="8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82" name="Google Shape;82;p23"/>
          <p:cNvSpPr txBox="1">
            <a:spLocks noGrp="1"/>
          </p:cNvSpPr>
          <p:nvPr>
            <p:ph type="dt" idx="10"/>
          </p:nvPr>
        </p:nvSpPr>
        <p:spPr>
          <a:xfrm>
            <a:off x="1447005" y="5469857"/>
            <a:ext cx="5525912" cy="3201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23"/>
          <p:cNvSpPr txBox="1">
            <a:spLocks noGrp="1"/>
          </p:cNvSpPr>
          <p:nvPr>
            <p:ph type="ftr" idx="11"/>
          </p:nvPr>
        </p:nvSpPr>
        <p:spPr>
          <a:xfrm>
            <a:off x="1447005" y="318641"/>
            <a:ext cx="5539561" cy="320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23"/>
          <p:cNvSpPr txBox="1">
            <a:spLocks noGrp="1"/>
          </p:cNvSpPr>
          <p:nvPr>
            <p:ph type="sldNum" idx="12"/>
          </p:nvPr>
        </p:nvSpPr>
        <p:spPr>
          <a:xfrm>
            <a:off x="479935" y="798973"/>
            <a:ext cx="810808" cy="5035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85" name="Google Shape;85;p23"/>
          <p:cNvCxnSpPr/>
          <p:nvPr/>
        </p:nvCxnSpPr>
        <p:spPr>
          <a:xfrm>
            <a:off x="1447005" y="3143605"/>
            <a:ext cx="5525912" cy="0"/>
          </a:xfrm>
          <a:prstGeom prst="straightConnector1">
            <a:avLst/>
          </a:prstGeom>
          <a:noFill/>
          <a:ln w="317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4"/>
          <p:cNvSpPr txBox="1">
            <a:spLocks noGrp="1"/>
          </p:cNvSpPr>
          <p:nvPr>
            <p:ph type="title"/>
          </p:nvPr>
        </p:nvSpPr>
        <p:spPr>
          <a:xfrm>
            <a:off x="1451202" y="804520"/>
            <a:ext cx="9600774" cy="1049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24"/>
          <p:cNvSpPr txBox="1">
            <a:spLocks noGrp="1"/>
          </p:cNvSpPr>
          <p:nvPr>
            <p:ph type="body" idx="1"/>
          </p:nvPr>
        </p:nvSpPr>
        <p:spPr>
          <a:xfrm rot="5400000">
            <a:off x="4526282" y="-1059348"/>
            <a:ext cx="3450613" cy="96007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9" name="Google Shape;89;p24"/>
          <p:cNvSpPr txBox="1">
            <a:spLocks noGrp="1"/>
          </p:cNvSpPr>
          <p:nvPr>
            <p:ph type="dt" idx="10"/>
          </p:nvPr>
        </p:nvSpPr>
        <p:spPr>
          <a:xfrm>
            <a:off x="7552171" y="330370"/>
            <a:ext cx="3499803" cy="309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24"/>
          <p:cNvSpPr txBox="1">
            <a:spLocks noGrp="1"/>
          </p:cNvSpPr>
          <p:nvPr>
            <p:ph type="ftr" idx="11"/>
          </p:nvPr>
        </p:nvSpPr>
        <p:spPr>
          <a:xfrm>
            <a:off x="1451201" y="329308"/>
            <a:ext cx="5937289" cy="309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24"/>
          <p:cNvSpPr txBox="1">
            <a:spLocks noGrp="1"/>
          </p:cNvSpPr>
          <p:nvPr>
            <p:ph type="sldNum" idx="12"/>
          </p:nvPr>
        </p:nvSpPr>
        <p:spPr>
          <a:xfrm>
            <a:off x="479935" y="798973"/>
            <a:ext cx="810808" cy="5035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92" name="Google Shape;92;p24"/>
          <p:cNvCxnSpPr/>
          <p:nvPr/>
        </p:nvCxnSpPr>
        <p:spPr>
          <a:xfrm>
            <a:off x="1453517" y="1847088"/>
            <a:ext cx="9605020" cy="0"/>
          </a:xfrm>
          <a:prstGeom prst="straightConnector1">
            <a:avLst/>
          </a:prstGeom>
          <a:noFill/>
          <a:ln w="317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5"/>
          <p:cNvSpPr txBox="1">
            <a:spLocks noGrp="1"/>
          </p:cNvSpPr>
          <p:nvPr>
            <p:ph type="title"/>
          </p:nvPr>
        </p:nvSpPr>
        <p:spPr>
          <a:xfrm rot="5400000">
            <a:off x="7914369" y="2321258"/>
            <a:ext cx="4659889" cy="1615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99"/>
              <a:buFont typeface="Gill Sans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25"/>
          <p:cNvSpPr txBox="1">
            <a:spLocks noGrp="1"/>
          </p:cNvSpPr>
          <p:nvPr>
            <p:ph type="body" idx="1"/>
          </p:nvPr>
        </p:nvSpPr>
        <p:spPr>
          <a:xfrm rot="5400000">
            <a:off x="3027747" y="-784477"/>
            <a:ext cx="4659889" cy="78267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6" name="Google Shape;96;p25"/>
          <p:cNvSpPr txBox="1">
            <a:spLocks noGrp="1"/>
          </p:cNvSpPr>
          <p:nvPr>
            <p:ph type="dt" idx="10"/>
          </p:nvPr>
        </p:nvSpPr>
        <p:spPr>
          <a:xfrm>
            <a:off x="7552171" y="330370"/>
            <a:ext cx="3499803" cy="309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25"/>
          <p:cNvSpPr txBox="1">
            <a:spLocks noGrp="1"/>
          </p:cNvSpPr>
          <p:nvPr>
            <p:ph type="ftr" idx="11"/>
          </p:nvPr>
        </p:nvSpPr>
        <p:spPr>
          <a:xfrm>
            <a:off x="1451201" y="329308"/>
            <a:ext cx="5937289" cy="309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25"/>
          <p:cNvSpPr txBox="1">
            <a:spLocks noGrp="1"/>
          </p:cNvSpPr>
          <p:nvPr>
            <p:ph type="sldNum" idx="12"/>
          </p:nvPr>
        </p:nvSpPr>
        <p:spPr>
          <a:xfrm>
            <a:off x="479935" y="798973"/>
            <a:ext cx="810808" cy="5035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99" name="Google Shape;99;p25"/>
          <p:cNvCxnSpPr/>
          <p:nvPr/>
        </p:nvCxnSpPr>
        <p:spPr>
          <a:xfrm>
            <a:off x="9436653" y="798974"/>
            <a:ext cx="0" cy="4659889"/>
          </a:xfrm>
          <a:prstGeom prst="straightConnector1">
            <a:avLst/>
          </a:prstGeom>
          <a:noFill/>
          <a:ln w="317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EBE9E6"/>
            </a:gs>
            <a:gs pos="100000">
              <a:srgbClr val="C9C5C0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4"/>
          <p:cNvSpPr/>
          <p:nvPr/>
        </p:nvSpPr>
        <p:spPr>
          <a:xfrm>
            <a:off x="0" y="2019477"/>
            <a:ext cx="12188825" cy="4105941"/>
          </a:xfrm>
          <a:prstGeom prst="rect">
            <a:avLst/>
          </a:prstGeom>
          <a:gradFill>
            <a:gsLst>
              <a:gs pos="0">
                <a:srgbClr val="DFDBD5">
                  <a:alpha val="0"/>
                </a:srgbClr>
              </a:gs>
              <a:gs pos="100000">
                <a:schemeClr val="lt2"/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1" name="Google Shape;11;p14"/>
          <p:cNvPicPr preferRelativeResize="0"/>
          <p:nvPr/>
        </p:nvPicPr>
        <p:blipFill rotWithShape="1">
          <a:blip r:embed="rId13">
            <a:alphaModFix/>
          </a:blip>
          <a:srcRect t="1538" b="-1538"/>
          <a:stretch/>
        </p:blipFill>
        <p:spPr>
          <a:xfrm>
            <a:off x="0" y="6126480"/>
            <a:ext cx="12188825" cy="74295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14"/>
          <p:cNvSpPr txBox="1">
            <a:spLocks noGrp="1"/>
          </p:cNvSpPr>
          <p:nvPr>
            <p:ph type="title"/>
          </p:nvPr>
        </p:nvSpPr>
        <p:spPr>
          <a:xfrm>
            <a:off x="1451202" y="804520"/>
            <a:ext cx="9600774" cy="1049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99"/>
              <a:buFont typeface="Gill Sans"/>
              <a:buNone/>
              <a:defRPr sz="3199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3" name="Google Shape;13;p14"/>
          <p:cNvSpPr txBox="1">
            <a:spLocks noGrp="1"/>
          </p:cNvSpPr>
          <p:nvPr>
            <p:ph type="body" idx="1"/>
          </p:nvPr>
        </p:nvSpPr>
        <p:spPr>
          <a:xfrm>
            <a:off x="1451202" y="2015733"/>
            <a:ext cx="9600774" cy="3450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55536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999"/>
              <a:buFont typeface="Arial"/>
              <a:buChar char="•"/>
              <a:defRPr sz="1999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914400" marR="0" lvl="1" indent="-342836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799"/>
              <a:buFont typeface="Arial"/>
              <a:buChar char="•"/>
              <a:defRPr sz="1799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1371600" marR="0" lvl="2" indent="-3302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1828800" marR="0" lvl="3" indent="-3175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2286000" marR="0" lvl="4" indent="-3048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2743200" marR="0" lvl="5" indent="-3048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3200400" marR="0" lvl="6" indent="-3048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3657600" marR="0" lvl="7" indent="-3048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4114800" marR="0" lvl="8" indent="-3048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endParaRPr/>
          </a:p>
        </p:txBody>
      </p:sp>
      <p:sp>
        <p:nvSpPr>
          <p:cNvPr id="14" name="Google Shape;14;p14"/>
          <p:cNvSpPr txBox="1">
            <a:spLocks noGrp="1"/>
          </p:cNvSpPr>
          <p:nvPr>
            <p:ph type="dt" idx="10"/>
          </p:nvPr>
        </p:nvSpPr>
        <p:spPr>
          <a:xfrm>
            <a:off x="7552171" y="330370"/>
            <a:ext cx="3499803" cy="309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000" b="0" i="0" u="none" strike="noStrike" cap="none">
                <a:solidFill>
                  <a:srgbClr val="888888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endParaRPr/>
          </a:p>
        </p:txBody>
      </p:sp>
      <p:sp>
        <p:nvSpPr>
          <p:cNvPr id="15" name="Google Shape;15;p14"/>
          <p:cNvSpPr txBox="1">
            <a:spLocks noGrp="1"/>
          </p:cNvSpPr>
          <p:nvPr>
            <p:ph type="ftr" idx="11"/>
          </p:nvPr>
        </p:nvSpPr>
        <p:spPr>
          <a:xfrm>
            <a:off x="1451201" y="329308"/>
            <a:ext cx="5937289" cy="309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00" b="0" i="0" u="none" strike="noStrike" cap="none">
                <a:solidFill>
                  <a:srgbClr val="888888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endParaRPr/>
          </a:p>
        </p:txBody>
      </p:sp>
      <p:sp>
        <p:nvSpPr>
          <p:cNvPr id="16" name="Google Shape;16;p14"/>
          <p:cNvSpPr txBox="1">
            <a:spLocks noGrp="1"/>
          </p:cNvSpPr>
          <p:nvPr>
            <p:ph type="sldNum" idx="12"/>
          </p:nvPr>
        </p:nvSpPr>
        <p:spPr>
          <a:xfrm>
            <a:off x="479935" y="798973"/>
            <a:ext cx="810808" cy="5035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2799" b="0" i="0" u="none" strike="noStrike" cap="non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 rtl="0">
              <a:spcBef>
                <a:spcPts val="0"/>
              </a:spcBef>
              <a:buNone/>
              <a:defRPr sz="2799" b="0" i="0" u="none" strike="noStrike" cap="non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 rtl="0">
              <a:spcBef>
                <a:spcPts val="0"/>
              </a:spcBef>
              <a:buNone/>
              <a:defRPr sz="2799" b="0" i="0" u="none" strike="noStrike" cap="non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 rtl="0">
              <a:spcBef>
                <a:spcPts val="0"/>
              </a:spcBef>
              <a:buNone/>
              <a:defRPr sz="2799" b="0" i="0" u="none" strike="noStrike" cap="non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 rtl="0">
              <a:spcBef>
                <a:spcPts val="0"/>
              </a:spcBef>
              <a:buNone/>
              <a:defRPr sz="2799" b="0" i="0" u="none" strike="noStrike" cap="non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 rtl="0">
              <a:spcBef>
                <a:spcPts val="0"/>
              </a:spcBef>
              <a:buNone/>
              <a:defRPr sz="2799" b="0" i="0" u="none" strike="noStrike" cap="non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 rtl="0">
              <a:spcBef>
                <a:spcPts val="0"/>
              </a:spcBef>
              <a:buNone/>
              <a:defRPr sz="2799" b="0" i="0" u="none" strike="noStrike" cap="non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 rtl="0">
              <a:spcBef>
                <a:spcPts val="0"/>
              </a:spcBef>
              <a:buNone/>
              <a:defRPr sz="2799" b="0" i="0" u="none" strike="noStrike" cap="non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 rtl="0">
              <a:spcBef>
                <a:spcPts val="0"/>
              </a:spcBef>
              <a:buNone/>
              <a:defRPr sz="2799" b="0" i="0" u="none" strike="noStrike" cap="non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7" name="Google Shape;17;p14"/>
          <p:cNvCxnSpPr/>
          <p:nvPr/>
        </p:nvCxnSpPr>
        <p:spPr>
          <a:xfrm>
            <a:off x="0" y="6128413"/>
            <a:ext cx="12188825" cy="0"/>
          </a:xfrm>
          <a:prstGeom prst="straightConnector1">
            <a:avLst/>
          </a:prstGeom>
          <a:noFill/>
          <a:ln w="12700" cap="flat" cmpd="sng">
            <a:solidFill>
              <a:srgbClr val="000001">
                <a:alpha val="20000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>
      <p:transition spd="slow">
        <p:fade/>
      </p:transition>
    </mc:Fallback>
  </mc:AlternateConten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39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jp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jp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"/>
          <p:cNvSpPr txBox="1">
            <a:spLocks noGrp="1"/>
          </p:cNvSpPr>
          <p:nvPr>
            <p:ph type="ctrTitle"/>
          </p:nvPr>
        </p:nvSpPr>
        <p:spPr>
          <a:xfrm>
            <a:off x="1219319" y="304800"/>
            <a:ext cx="9750186" cy="2285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Font typeface="Arial"/>
              <a:buNone/>
            </a:pPr>
            <a:r>
              <a:rPr lang="en-US" sz="6600">
                <a:latin typeface="Arial"/>
                <a:ea typeface="Arial"/>
                <a:cs typeface="Arial"/>
                <a:sym typeface="Arial"/>
              </a:rPr>
              <a:t>ĐẠI SỐ MÁY TÍNH</a:t>
            </a:r>
            <a:endParaRPr sz="66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1"/>
          <p:cNvSpPr txBox="1">
            <a:spLocks noGrp="1"/>
          </p:cNvSpPr>
          <p:nvPr>
            <p:ph type="subTitle" idx="1"/>
          </p:nvPr>
        </p:nvSpPr>
        <p:spPr>
          <a:xfrm>
            <a:off x="4341812" y="2933701"/>
            <a:ext cx="7008574" cy="266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29"/>
              <a:buNone/>
            </a:pPr>
            <a:r>
              <a:rPr lang="en-US" sz="1529" dirty="0">
                <a:latin typeface="Arial"/>
                <a:ea typeface="Arial"/>
                <a:cs typeface="Arial"/>
                <a:sym typeface="Arial"/>
              </a:rPr>
              <a:t>GIẢNG VIÊN: NGUYỄN ĐÌNH HIỂN</a:t>
            </a: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529"/>
              <a:buNone/>
            </a:pPr>
            <a:endParaRPr sz="1529" dirty="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529"/>
              <a:buNone/>
            </a:pPr>
            <a:r>
              <a:rPr lang="en-US" sz="1529" dirty="0">
                <a:latin typeface="Arial"/>
                <a:ea typeface="Arial"/>
                <a:cs typeface="Arial"/>
                <a:sym typeface="Arial"/>
              </a:rPr>
              <a:t>SINH VIÊN THỰC HIỆN:</a:t>
            </a: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529"/>
              <a:buNone/>
            </a:pPr>
            <a:r>
              <a:rPr lang="en-US" sz="1529" dirty="0">
                <a:latin typeface="Arial"/>
                <a:ea typeface="Arial"/>
                <a:cs typeface="Arial"/>
                <a:sym typeface="Arial"/>
              </a:rPr>
              <a:t>1. ĐINH TRỌNG HẬU	   15520204</a:t>
            </a: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529"/>
              <a:buNone/>
            </a:pPr>
            <a:r>
              <a:rPr lang="en-US" sz="1529" dirty="0">
                <a:latin typeface="Arial"/>
                <a:ea typeface="Arial"/>
                <a:cs typeface="Arial"/>
                <a:sym typeface="Arial"/>
              </a:rPr>
              <a:t>2. HUỲNH MAI MINH HIẾU           15520222</a:t>
            </a: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529"/>
              <a:buNone/>
            </a:pPr>
            <a:r>
              <a:rPr lang="en-US" sz="1529" dirty="0">
                <a:latin typeface="Arial"/>
                <a:ea typeface="Arial"/>
                <a:cs typeface="Arial"/>
                <a:sym typeface="Arial"/>
              </a:rPr>
              <a:t>3. NGUYỄN HOÀNG VŨ THÂN     15520785</a:t>
            </a: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529"/>
              <a:buNone/>
            </a:pPr>
            <a:r>
              <a:rPr lang="en-US" sz="1529" dirty="0">
                <a:latin typeface="Arial"/>
                <a:ea typeface="Arial"/>
                <a:cs typeface="Arial"/>
                <a:sym typeface="Arial"/>
              </a:rPr>
              <a:t>4. DIỆP QUANG NHÂN 	   14520619</a:t>
            </a:r>
            <a:endParaRPr sz="1529" dirty="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"/>
          <p:cNvSpPr txBox="1">
            <a:spLocks noGrp="1"/>
          </p:cNvSpPr>
          <p:nvPr>
            <p:ph type="title"/>
          </p:nvPr>
        </p:nvSpPr>
        <p:spPr>
          <a:xfrm>
            <a:off x="1451202" y="804520"/>
            <a:ext cx="9600774" cy="1049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Gill Sans"/>
              <a:buNone/>
            </a:pPr>
            <a:r>
              <a:rPr lang="en-US"/>
              <a:t>NỘI DUNG</a:t>
            </a:r>
            <a:br>
              <a:rPr lang="en-US"/>
            </a:br>
            <a:endParaRPr/>
          </a:p>
        </p:txBody>
      </p:sp>
      <p:sp>
        <p:nvSpPr>
          <p:cNvPr id="112" name="Google Shape;112;p2"/>
          <p:cNvSpPr txBox="1">
            <a:spLocks noGrp="1"/>
          </p:cNvSpPr>
          <p:nvPr>
            <p:ph type="body" idx="1"/>
          </p:nvPr>
        </p:nvSpPr>
        <p:spPr>
          <a:xfrm>
            <a:off x="1451202" y="2015733"/>
            <a:ext cx="9600774" cy="3450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531" lvl="0" indent="-228531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900"/>
              <a:buChar char="•"/>
            </a:pPr>
            <a:r>
              <a:rPr lang="en-US"/>
              <a:t>1. GIỚI THIỆU ĐỒ ÁN</a:t>
            </a:r>
            <a:endParaRPr/>
          </a:p>
          <a:p>
            <a:pPr marL="228531" lvl="0" indent="-228531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900"/>
              <a:buChar char="•"/>
            </a:pPr>
            <a:r>
              <a:rPr lang="en-US"/>
              <a:t>II. CÔNG CỤ THỰC HIỆN</a:t>
            </a:r>
            <a:endParaRPr/>
          </a:p>
          <a:p>
            <a:pPr marL="228531" lvl="0" indent="-228531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900"/>
              <a:buChar char="•"/>
            </a:pPr>
            <a:r>
              <a:rPr lang="en-US"/>
              <a:t>III. CHỨC NĂNG CỦA CHƯƠNG TRÌNH</a:t>
            </a:r>
            <a:endParaRPr/>
          </a:p>
          <a:p>
            <a:pPr marL="228531" lvl="0" indent="-228531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900"/>
              <a:buChar char="•"/>
            </a:pPr>
            <a:r>
              <a:rPr lang="en-US"/>
              <a:t>IV. DEMO</a:t>
            </a:r>
            <a:endParaRPr/>
          </a:p>
          <a:p>
            <a:pPr marL="228531" lvl="0" indent="-228531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900"/>
              <a:buChar char="•"/>
            </a:pPr>
            <a:r>
              <a:rPr lang="en-US"/>
              <a:t>V. TỔNG KẾT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3"/>
          <p:cNvSpPr txBox="1">
            <a:spLocks noGrp="1"/>
          </p:cNvSpPr>
          <p:nvPr>
            <p:ph type="title"/>
          </p:nvPr>
        </p:nvSpPr>
        <p:spPr>
          <a:xfrm>
            <a:off x="1451202" y="804520"/>
            <a:ext cx="9600774" cy="1049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Arial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I. GIỚI THIỆU</a:t>
            </a:r>
            <a:endParaRPr/>
          </a:p>
        </p:txBody>
      </p:sp>
      <p:sp>
        <p:nvSpPr>
          <p:cNvPr id="119" name="Google Shape;119;p3"/>
          <p:cNvSpPr txBox="1"/>
          <p:nvPr/>
        </p:nvSpPr>
        <p:spPr>
          <a:xfrm>
            <a:off x="1690948" y="2031474"/>
            <a:ext cx="6841864" cy="1477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Chất lượng giáo dục đang trở thành môi quan tâm đặc  biệt của toàn xã hội.</a:t>
            </a:r>
            <a:endParaRPr/>
          </a:p>
          <a:p>
            <a:pPr marL="285750" marR="0" lvl="0" indent="-28575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Cần thiết áp dụng khoa học công nghệ vào giảng dạy.	</a:t>
            </a:r>
            <a:endParaRPr/>
          </a:p>
          <a:p>
            <a:pPr marL="285750" marR="0" lvl="0" indent="-28575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Hướng tới sự thuận lợi cho giáo viên và sự công bằng và khách quan trong các kỳ thi.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4"/>
          <p:cNvSpPr txBox="1">
            <a:spLocks noGrp="1"/>
          </p:cNvSpPr>
          <p:nvPr>
            <p:ph type="title"/>
          </p:nvPr>
        </p:nvSpPr>
        <p:spPr>
          <a:xfrm>
            <a:off x="1141412" y="279902"/>
            <a:ext cx="9600774" cy="1049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Arial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I. GIỚI THIỆU</a:t>
            </a:r>
            <a:endParaRPr/>
          </a:p>
        </p:txBody>
      </p:sp>
      <p:sp>
        <p:nvSpPr>
          <p:cNvPr id="126" name="Google Shape;126;p4"/>
          <p:cNvSpPr txBox="1"/>
          <p:nvPr/>
        </p:nvSpPr>
        <p:spPr>
          <a:xfrm>
            <a:off x="1293812" y="804519"/>
            <a:ext cx="7924800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* Một hệ thống trắc nghiệm yêu cầu giao diện phù hợp, dễ sử dụng và thân thiện đối với giáo viên cũng như học sinh.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7" name="Google Shape;127;p4" descr="HÃ¬nh áº£nh cÃ³ liÃªn quan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2790430" y="2160175"/>
            <a:ext cx="6302700" cy="3657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5"/>
          <p:cNvSpPr txBox="1">
            <a:spLocks noGrp="1"/>
          </p:cNvSpPr>
          <p:nvPr>
            <p:ph type="title"/>
          </p:nvPr>
        </p:nvSpPr>
        <p:spPr>
          <a:xfrm>
            <a:off x="1451202" y="804520"/>
            <a:ext cx="9600774" cy="1049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Arial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II. CÔNG CỤ </a:t>
            </a:r>
            <a:endParaRPr/>
          </a:p>
        </p:txBody>
      </p:sp>
      <p:sp>
        <p:nvSpPr>
          <p:cNvPr id="133" name="Google Shape;133;p5"/>
          <p:cNvSpPr txBox="1">
            <a:spLocks noGrp="1"/>
          </p:cNvSpPr>
          <p:nvPr>
            <p:ph type="body" idx="1"/>
          </p:nvPr>
        </p:nvSpPr>
        <p:spPr>
          <a:xfrm>
            <a:off x="1522412" y="2286000"/>
            <a:ext cx="5105400" cy="2895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531" lvl="0" indent="-228531" algn="just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sz="1800" dirty="0" err="1">
                <a:latin typeface="Arial"/>
                <a:ea typeface="Arial"/>
                <a:cs typeface="Arial"/>
                <a:sym typeface="Arial"/>
              </a:rPr>
              <a:t>Sử</a:t>
            </a:r>
            <a:r>
              <a:rPr lang="en-US" sz="1800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dirty="0" err="1">
                <a:latin typeface="Arial"/>
                <a:ea typeface="Arial"/>
                <a:cs typeface="Arial"/>
                <a:sym typeface="Arial"/>
              </a:rPr>
              <a:t>dụng</a:t>
            </a:r>
            <a:r>
              <a:rPr lang="en-US" sz="1800" dirty="0">
                <a:latin typeface="Arial"/>
                <a:ea typeface="Arial"/>
                <a:cs typeface="Arial"/>
                <a:sym typeface="Arial"/>
              </a:rPr>
              <a:t> Visual Studio </a:t>
            </a:r>
            <a:r>
              <a:rPr lang="en-US" sz="1800" dirty="0" err="1">
                <a:latin typeface="Arial"/>
                <a:ea typeface="Arial"/>
                <a:cs typeface="Arial"/>
                <a:sym typeface="Arial"/>
              </a:rPr>
              <a:t>với</a:t>
            </a:r>
            <a:r>
              <a:rPr lang="en-US" sz="1800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dirty="0" err="1">
                <a:latin typeface="Arial"/>
                <a:ea typeface="Arial"/>
                <a:cs typeface="Arial"/>
                <a:sym typeface="Arial"/>
              </a:rPr>
              <a:t>công</a:t>
            </a:r>
            <a:r>
              <a:rPr lang="en-US" sz="1800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dirty="0" err="1">
                <a:latin typeface="Arial"/>
                <a:ea typeface="Arial"/>
                <a:cs typeface="Arial"/>
                <a:sym typeface="Arial"/>
              </a:rPr>
              <a:t>nghệ</a:t>
            </a:r>
            <a:r>
              <a:rPr lang="en-US" sz="1800" dirty="0">
                <a:latin typeface="Arial"/>
                <a:ea typeface="Arial"/>
                <a:cs typeface="Arial"/>
                <a:sym typeface="Arial"/>
              </a:rPr>
              <a:t> ASP.NET MVC.</a:t>
            </a:r>
            <a:endParaRPr sz="1800" dirty="0">
              <a:latin typeface="Arial"/>
              <a:ea typeface="Arial"/>
              <a:cs typeface="Arial"/>
              <a:sym typeface="Arial"/>
            </a:endParaRPr>
          </a:p>
          <a:p>
            <a:pPr marL="228531" lvl="0" indent="0" algn="just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latin typeface="Arial"/>
              <a:ea typeface="Arial"/>
              <a:cs typeface="Arial"/>
              <a:sym typeface="Arial"/>
            </a:endParaRPr>
          </a:p>
          <a:p>
            <a:pPr marL="228531" lvl="0" indent="-228531" algn="just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sz="1800" dirty="0" err="1">
                <a:latin typeface="Arial"/>
                <a:ea typeface="Arial"/>
                <a:cs typeface="Arial"/>
                <a:sym typeface="Arial"/>
              </a:rPr>
              <a:t>Hệ</a:t>
            </a:r>
            <a:r>
              <a:rPr lang="en-US" sz="1800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dirty="0" err="1">
                <a:latin typeface="Arial"/>
                <a:ea typeface="Arial"/>
                <a:cs typeface="Arial"/>
                <a:sym typeface="Arial"/>
              </a:rPr>
              <a:t>quản</a:t>
            </a:r>
            <a:r>
              <a:rPr lang="en-US" sz="1800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dirty="0" err="1">
                <a:latin typeface="Arial"/>
                <a:ea typeface="Arial"/>
                <a:cs typeface="Arial"/>
                <a:sym typeface="Arial"/>
              </a:rPr>
              <a:t>trị</a:t>
            </a:r>
            <a:r>
              <a:rPr lang="en-US" sz="1800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dirty="0" err="1">
                <a:latin typeface="Arial"/>
                <a:ea typeface="Arial"/>
                <a:cs typeface="Arial"/>
                <a:sym typeface="Arial"/>
              </a:rPr>
              <a:t>cơ</a:t>
            </a:r>
            <a:r>
              <a:rPr lang="en-US" sz="1800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dirty="0" err="1">
                <a:latin typeface="Arial"/>
                <a:ea typeface="Arial"/>
                <a:cs typeface="Arial"/>
                <a:sym typeface="Arial"/>
              </a:rPr>
              <a:t>sở</a:t>
            </a:r>
            <a:r>
              <a:rPr lang="en-US" sz="1800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dirty="0" err="1">
                <a:latin typeface="Arial"/>
                <a:ea typeface="Arial"/>
                <a:cs typeface="Arial"/>
                <a:sym typeface="Arial"/>
              </a:rPr>
              <a:t>dữ</a:t>
            </a:r>
            <a:r>
              <a:rPr lang="en-US" sz="1800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dirty="0" err="1">
                <a:latin typeface="Arial"/>
                <a:ea typeface="Arial"/>
                <a:cs typeface="Arial"/>
                <a:sym typeface="Arial"/>
              </a:rPr>
              <a:t>liệu</a:t>
            </a:r>
            <a:r>
              <a:rPr lang="en-US" sz="1800" dirty="0">
                <a:latin typeface="Arial"/>
                <a:ea typeface="Arial"/>
                <a:cs typeface="Arial"/>
                <a:sym typeface="Arial"/>
              </a:rPr>
              <a:t>: SQL Server 2017</a:t>
            </a:r>
            <a:endParaRPr sz="1800" dirty="0">
              <a:latin typeface="Arial"/>
              <a:ea typeface="Arial"/>
              <a:cs typeface="Arial"/>
              <a:sym typeface="Arial"/>
            </a:endParaRPr>
          </a:p>
          <a:p>
            <a:pPr marL="228531" lvl="0" indent="0" algn="just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latin typeface="Arial"/>
              <a:ea typeface="Arial"/>
              <a:cs typeface="Arial"/>
              <a:sym typeface="Arial"/>
            </a:endParaRPr>
          </a:p>
          <a:p>
            <a:pPr marL="228531" lvl="0" indent="-228531" algn="just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sz="1800" dirty="0">
                <a:latin typeface="Arial"/>
                <a:ea typeface="Arial"/>
                <a:cs typeface="Arial"/>
                <a:sym typeface="Arial"/>
              </a:rPr>
              <a:t> Entity </a:t>
            </a:r>
            <a:r>
              <a:rPr lang="en-US" sz="1800" dirty="0" err="1">
                <a:latin typeface="Arial"/>
                <a:ea typeface="Arial"/>
                <a:cs typeface="Arial"/>
                <a:sym typeface="Arial"/>
              </a:rPr>
              <a:t>Framwork</a:t>
            </a:r>
            <a:r>
              <a:rPr lang="en-US" sz="1800" dirty="0">
                <a:latin typeface="Arial"/>
                <a:ea typeface="Arial"/>
                <a:cs typeface="Arial"/>
                <a:sym typeface="Arial"/>
              </a:rPr>
              <a:t>, JS, selenium driver.</a:t>
            </a:r>
            <a:endParaRPr dirty="0"/>
          </a:p>
        </p:txBody>
      </p:sp>
      <p:pic>
        <p:nvPicPr>
          <p:cNvPr id="134" name="Google Shape;134;p5" descr="Káº¿t quáº£ hÃ¬nh áº£nh cho world wide web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237413" y="2286001"/>
            <a:ext cx="3657600" cy="27800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EBE9E6"/>
            </a:gs>
            <a:gs pos="100000">
              <a:srgbClr val="C9C5C0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6"/>
          <p:cNvSpPr/>
          <p:nvPr/>
        </p:nvSpPr>
        <p:spPr>
          <a:xfrm>
            <a:off x="1" y="0"/>
            <a:ext cx="12188521" cy="6858000"/>
          </a:xfrm>
          <a:prstGeom prst="rect">
            <a:avLst/>
          </a:prstGeom>
          <a:gradFill>
            <a:gsLst>
              <a:gs pos="0">
                <a:srgbClr val="EBE9E6"/>
              </a:gs>
              <a:gs pos="100000">
                <a:srgbClr val="C9C5C0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cxnSp>
        <p:nvCxnSpPr>
          <p:cNvPr id="140" name="Google Shape;140;p6"/>
          <p:cNvCxnSpPr/>
          <p:nvPr/>
        </p:nvCxnSpPr>
        <p:spPr>
          <a:xfrm>
            <a:off x="1453517" y="1847088"/>
            <a:ext cx="4176285" cy="0"/>
          </a:xfrm>
          <a:prstGeom prst="straightConnector1">
            <a:avLst/>
          </a:prstGeom>
          <a:noFill/>
          <a:ln w="317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41" name="Google Shape;141;p6"/>
          <p:cNvSpPr txBox="1">
            <a:spLocks noGrp="1"/>
          </p:cNvSpPr>
          <p:nvPr>
            <p:ph type="title"/>
          </p:nvPr>
        </p:nvSpPr>
        <p:spPr>
          <a:xfrm>
            <a:off x="1451201" y="804520"/>
            <a:ext cx="4175424" cy="1049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Gill Sans"/>
              <a:buNone/>
            </a:pPr>
            <a:r>
              <a:rPr lang="en-US"/>
              <a:t>III. CÁC CHỨC NĂNG CHÍNH.</a:t>
            </a:r>
            <a:endParaRPr/>
          </a:p>
        </p:txBody>
      </p:sp>
      <p:sp>
        <p:nvSpPr>
          <p:cNvPr id="142" name="Google Shape;142;p6"/>
          <p:cNvSpPr/>
          <p:nvPr/>
        </p:nvSpPr>
        <p:spPr>
          <a:xfrm>
            <a:off x="0" y="2019476"/>
            <a:ext cx="12188825" cy="4105941"/>
          </a:xfrm>
          <a:prstGeom prst="rect">
            <a:avLst/>
          </a:prstGeom>
          <a:gradFill>
            <a:gsLst>
              <a:gs pos="0">
                <a:srgbClr val="DFDBD5">
                  <a:alpha val="0"/>
                </a:srgbClr>
              </a:gs>
              <a:gs pos="100000">
                <a:schemeClr val="lt2"/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43" name="Google Shape;143;p6"/>
          <p:cNvSpPr txBox="1">
            <a:spLocks noGrp="1"/>
          </p:cNvSpPr>
          <p:nvPr>
            <p:ph type="body" idx="1"/>
          </p:nvPr>
        </p:nvSpPr>
        <p:spPr>
          <a:xfrm>
            <a:off x="1451202" y="2015732"/>
            <a:ext cx="4431424" cy="3450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531" lvl="0" indent="-228531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900"/>
              <a:buChar char="•"/>
            </a:pPr>
            <a:r>
              <a:rPr lang="en-US" dirty="0"/>
              <a:t>I. </a:t>
            </a:r>
            <a:r>
              <a:rPr lang="en-US" dirty="0" err="1"/>
              <a:t>Chức</a:t>
            </a:r>
            <a:r>
              <a:rPr lang="en-US" dirty="0"/>
              <a:t> </a:t>
            </a:r>
            <a:r>
              <a:rPr lang="en-US" dirty="0" err="1"/>
              <a:t>năng</a:t>
            </a:r>
            <a:r>
              <a:rPr lang="en-US" dirty="0"/>
              <a:t> </a:t>
            </a:r>
            <a:r>
              <a:rPr lang="en-US" dirty="0" err="1"/>
              <a:t>dành</a:t>
            </a:r>
            <a:r>
              <a:rPr lang="en-US" dirty="0"/>
              <a:t>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 err="1"/>
              <a:t>người</a:t>
            </a:r>
            <a:r>
              <a:rPr lang="en-US" dirty="0"/>
              <a:t> </a:t>
            </a:r>
            <a:r>
              <a:rPr lang="en-US" dirty="0" err="1"/>
              <a:t>quản</a:t>
            </a:r>
            <a:r>
              <a:rPr lang="en-US" dirty="0"/>
              <a:t> </a:t>
            </a:r>
            <a:r>
              <a:rPr lang="en-US" dirty="0" err="1"/>
              <a:t>trị</a:t>
            </a:r>
            <a:r>
              <a:rPr lang="en-US" dirty="0"/>
              <a:t>.</a:t>
            </a:r>
            <a:endParaRPr dirty="0"/>
          </a:p>
          <a:p>
            <a:pPr marL="228531" lvl="0" indent="-228531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900"/>
              <a:buChar char="•"/>
            </a:pPr>
            <a:r>
              <a:rPr lang="en-US" dirty="0" err="1"/>
              <a:t>Thêm</a:t>
            </a:r>
            <a:r>
              <a:rPr lang="en-US" dirty="0"/>
              <a:t> </a:t>
            </a:r>
            <a:r>
              <a:rPr lang="en-US" dirty="0" err="1"/>
              <a:t>xoá</a:t>
            </a:r>
            <a:r>
              <a:rPr lang="en-US" dirty="0"/>
              <a:t> </a:t>
            </a:r>
            <a:r>
              <a:rPr lang="en-US" dirty="0" err="1"/>
              <a:t>sửa</a:t>
            </a:r>
            <a:r>
              <a:rPr lang="en-US" dirty="0"/>
              <a:t> </a:t>
            </a:r>
            <a:r>
              <a:rPr lang="en-US" dirty="0" err="1"/>
              <a:t>quản</a:t>
            </a:r>
            <a:r>
              <a:rPr lang="en-US" dirty="0"/>
              <a:t>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viên</a:t>
            </a:r>
            <a:endParaRPr dirty="0"/>
          </a:p>
          <a:p>
            <a:pPr marL="228531" lvl="0" indent="-228531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900"/>
              <a:buChar char="•"/>
            </a:pPr>
            <a:r>
              <a:rPr lang="en-US" dirty="0" err="1"/>
              <a:t>Thêm</a:t>
            </a:r>
            <a:r>
              <a:rPr lang="en-US" dirty="0"/>
              <a:t> </a:t>
            </a:r>
            <a:r>
              <a:rPr lang="en-US" dirty="0" err="1"/>
              <a:t>xoá</a:t>
            </a:r>
            <a:r>
              <a:rPr lang="en-US" dirty="0"/>
              <a:t> </a:t>
            </a:r>
            <a:r>
              <a:rPr lang="en-US" dirty="0" err="1"/>
              <a:t>sửa</a:t>
            </a:r>
            <a:r>
              <a:rPr lang="en-US" dirty="0"/>
              <a:t> </a:t>
            </a:r>
            <a:r>
              <a:rPr lang="en-US" dirty="0" err="1"/>
              <a:t>giảng</a:t>
            </a:r>
            <a:r>
              <a:rPr lang="en-US" dirty="0"/>
              <a:t> </a:t>
            </a:r>
            <a:r>
              <a:rPr lang="en-US" dirty="0" err="1"/>
              <a:t>viên</a:t>
            </a:r>
            <a:r>
              <a:rPr lang="en-US" dirty="0"/>
              <a:t>/ </a:t>
            </a:r>
            <a:r>
              <a:rPr lang="en-US" dirty="0" err="1"/>
              <a:t>sinh</a:t>
            </a:r>
            <a:r>
              <a:rPr lang="en-US" dirty="0"/>
              <a:t> </a:t>
            </a:r>
            <a:r>
              <a:rPr lang="en-US" dirty="0" err="1"/>
              <a:t>viên</a:t>
            </a:r>
            <a:endParaRPr dirty="0"/>
          </a:p>
          <a:p>
            <a:pPr marL="228531" lvl="0" indent="-228531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900"/>
              <a:buChar char="•"/>
            </a:pPr>
            <a:r>
              <a:rPr lang="en-US" dirty="0" err="1"/>
              <a:t>Thêm</a:t>
            </a:r>
            <a:r>
              <a:rPr lang="en-US" dirty="0"/>
              <a:t> </a:t>
            </a:r>
            <a:r>
              <a:rPr lang="en-US" dirty="0" err="1"/>
              <a:t>xoá</a:t>
            </a:r>
            <a:r>
              <a:rPr lang="en-US" dirty="0"/>
              <a:t> </a:t>
            </a:r>
            <a:r>
              <a:rPr lang="en-US" dirty="0" err="1"/>
              <a:t>sửa</a:t>
            </a:r>
            <a:r>
              <a:rPr lang="en-US" dirty="0"/>
              <a:t> </a:t>
            </a:r>
            <a:r>
              <a:rPr lang="en-US" dirty="0" err="1"/>
              <a:t>lớp</a:t>
            </a:r>
            <a:r>
              <a:rPr lang="en-US" dirty="0"/>
              <a:t>/</a:t>
            </a:r>
            <a:r>
              <a:rPr lang="en-US" dirty="0" err="1"/>
              <a:t>khoá</a:t>
            </a:r>
            <a:endParaRPr dirty="0"/>
          </a:p>
          <a:p>
            <a:pPr marL="228531" lvl="0" indent="-228531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900"/>
              <a:buChar char="•"/>
            </a:pPr>
            <a:r>
              <a:rPr lang="en-US" dirty="0" err="1"/>
              <a:t>Thêm</a:t>
            </a:r>
            <a:r>
              <a:rPr lang="en-US" dirty="0"/>
              <a:t> </a:t>
            </a:r>
            <a:r>
              <a:rPr lang="en-US" dirty="0" err="1"/>
              <a:t>xoá</a:t>
            </a:r>
            <a:r>
              <a:rPr lang="en-US" dirty="0"/>
              <a:t> </a:t>
            </a:r>
            <a:r>
              <a:rPr lang="en-US" dirty="0" err="1"/>
              <a:t>sửa</a:t>
            </a:r>
            <a:r>
              <a:rPr lang="en-US" dirty="0"/>
              <a:t> </a:t>
            </a:r>
            <a:r>
              <a:rPr lang="en-US" dirty="0" err="1"/>
              <a:t>ngành</a:t>
            </a:r>
            <a:r>
              <a:rPr lang="en-US" dirty="0"/>
              <a:t>/</a:t>
            </a:r>
            <a:r>
              <a:rPr lang="en-US" dirty="0" err="1"/>
              <a:t>môn</a:t>
            </a:r>
            <a:r>
              <a:rPr lang="en-US" dirty="0"/>
              <a:t>.</a:t>
            </a:r>
            <a:endParaRPr dirty="0"/>
          </a:p>
          <a:p>
            <a:pPr marL="228531" lvl="0" indent="-228531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900"/>
              <a:buChar char="•"/>
            </a:pPr>
            <a:r>
              <a:rPr lang="en-US" dirty="0" err="1"/>
              <a:t>Thêm</a:t>
            </a:r>
            <a:r>
              <a:rPr lang="en-US" dirty="0"/>
              <a:t> </a:t>
            </a:r>
            <a:r>
              <a:rPr lang="en-US" dirty="0" err="1"/>
              <a:t>xoá</a:t>
            </a:r>
            <a:r>
              <a:rPr lang="en-US" dirty="0"/>
              <a:t> </a:t>
            </a:r>
            <a:r>
              <a:rPr lang="en-US" dirty="0" err="1"/>
              <a:t>sửa</a:t>
            </a:r>
            <a:r>
              <a:rPr lang="en-US" dirty="0"/>
              <a:t> </a:t>
            </a:r>
            <a:r>
              <a:rPr lang="en-US" dirty="0" err="1"/>
              <a:t>câu</a:t>
            </a:r>
            <a:r>
              <a:rPr lang="en-US" dirty="0"/>
              <a:t> </a:t>
            </a:r>
            <a:r>
              <a:rPr lang="en-US" dirty="0" err="1"/>
              <a:t>hỏi</a:t>
            </a:r>
            <a:endParaRPr dirty="0"/>
          </a:p>
          <a:p>
            <a:pPr marL="228531" lvl="0" indent="-228531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900"/>
              <a:buChar char="•"/>
            </a:pPr>
            <a:r>
              <a:rPr lang="en-US" dirty="0" err="1"/>
              <a:t>Thêm</a:t>
            </a:r>
            <a:r>
              <a:rPr lang="en-US" dirty="0"/>
              <a:t> </a:t>
            </a:r>
            <a:r>
              <a:rPr lang="en-US" dirty="0" err="1"/>
              <a:t>sửa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đóng</a:t>
            </a:r>
            <a:r>
              <a:rPr lang="en-US" dirty="0"/>
              <a:t> </a:t>
            </a:r>
            <a:r>
              <a:rPr lang="en-US" dirty="0" err="1"/>
              <a:t>mở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thi</a:t>
            </a:r>
            <a:endParaRPr dirty="0"/>
          </a:p>
          <a:p>
            <a:pPr marL="228531" lvl="0" indent="-101594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999"/>
              <a:buNone/>
            </a:pPr>
            <a:endParaRPr dirty="0"/>
          </a:p>
        </p:txBody>
      </p:sp>
      <p:pic>
        <p:nvPicPr>
          <p:cNvPr id="144" name="Google Shape;144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78359" y="1603513"/>
            <a:ext cx="6255252" cy="41059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6"/>
          <p:cNvPicPr preferRelativeResize="0"/>
          <p:nvPr/>
        </p:nvPicPr>
        <p:blipFill rotWithShape="1">
          <a:blip r:embed="rId4">
            <a:alphaModFix/>
          </a:blip>
          <a:srcRect t="1538" b="-1538"/>
          <a:stretch/>
        </p:blipFill>
        <p:spPr>
          <a:xfrm>
            <a:off x="0" y="6126480"/>
            <a:ext cx="12188825" cy="7429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46" name="Google Shape;146;p6"/>
          <p:cNvCxnSpPr/>
          <p:nvPr/>
        </p:nvCxnSpPr>
        <p:spPr>
          <a:xfrm>
            <a:off x="0" y="6128413"/>
            <a:ext cx="12188825" cy="0"/>
          </a:xfrm>
          <a:prstGeom prst="straightConnector1">
            <a:avLst/>
          </a:prstGeom>
          <a:noFill/>
          <a:ln w="12700" cap="flat" cmpd="sng">
            <a:solidFill>
              <a:srgbClr val="000001">
                <a:alpha val="20000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EBE9E6"/>
            </a:gs>
            <a:gs pos="100000">
              <a:srgbClr val="C9C5C0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7"/>
          <p:cNvSpPr/>
          <p:nvPr/>
        </p:nvSpPr>
        <p:spPr>
          <a:xfrm>
            <a:off x="1" y="0"/>
            <a:ext cx="12188521" cy="6858000"/>
          </a:xfrm>
          <a:prstGeom prst="rect">
            <a:avLst/>
          </a:prstGeom>
          <a:gradFill>
            <a:gsLst>
              <a:gs pos="0">
                <a:srgbClr val="EBE9E6"/>
              </a:gs>
              <a:gs pos="100000">
                <a:srgbClr val="C9C5C0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cxnSp>
        <p:nvCxnSpPr>
          <p:cNvPr id="152" name="Google Shape;152;p7"/>
          <p:cNvCxnSpPr/>
          <p:nvPr/>
        </p:nvCxnSpPr>
        <p:spPr>
          <a:xfrm>
            <a:off x="1453518" y="1847088"/>
            <a:ext cx="3522794" cy="0"/>
          </a:xfrm>
          <a:prstGeom prst="straightConnector1">
            <a:avLst/>
          </a:prstGeom>
          <a:noFill/>
          <a:ln w="317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53" name="Google Shape;153;p7"/>
          <p:cNvSpPr txBox="1">
            <a:spLocks noGrp="1"/>
          </p:cNvSpPr>
          <p:nvPr>
            <p:ph type="title"/>
          </p:nvPr>
        </p:nvSpPr>
        <p:spPr>
          <a:xfrm>
            <a:off x="1451201" y="804519"/>
            <a:ext cx="3524266" cy="1049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Gill Sans"/>
              <a:buNone/>
            </a:pPr>
            <a:r>
              <a:rPr lang="en-US"/>
              <a:t>III. CÁC CHỨC NĂNG CHÍNH.</a:t>
            </a:r>
            <a:endParaRPr/>
          </a:p>
        </p:txBody>
      </p:sp>
      <p:sp>
        <p:nvSpPr>
          <p:cNvPr id="154" name="Google Shape;154;p7"/>
          <p:cNvSpPr/>
          <p:nvPr/>
        </p:nvSpPr>
        <p:spPr>
          <a:xfrm>
            <a:off x="0" y="2019476"/>
            <a:ext cx="12188825" cy="4105941"/>
          </a:xfrm>
          <a:prstGeom prst="rect">
            <a:avLst/>
          </a:prstGeom>
          <a:gradFill>
            <a:gsLst>
              <a:gs pos="0">
                <a:srgbClr val="DFDBD5">
                  <a:alpha val="0"/>
                </a:srgbClr>
              </a:gs>
              <a:gs pos="100000">
                <a:schemeClr val="lt2"/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55" name="Google Shape;155;p7"/>
          <p:cNvSpPr txBox="1">
            <a:spLocks noGrp="1"/>
          </p:cNvSpPr>
          <p:nvPr>
            <p:ph type="body" idx="1"/>
          </p:nvPr>
        </p:nvSpPr>
        <p:spPr>
          <a:xfrm>
            <a:off x="1451201" y="2015732"/>
            <a:ext cx="3524266" cy="3450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531" lvl="0" indent="-228531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900"/>
              <a:buChar char="•"/>
            </a:pPr>
            <a:r>
              <a:rPr lang="en-US"/>
              <a:t>Chức năng thêm câu hỏi.</a:t>
            </a:r>
            <a:endParaRPr/>
          </a:p>
          <a:p>
            <a:pPr marL="228531" lvl="0" indent="-101594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999"/>
              <a:buNone/>
            </a:pPr>
            <a:endParaRPr/>
          </a:p>
        </p:txBody>
      </p:sp>
      <p:pic>
        <p:nvPicPr>
          <p:cNvPr id="156" name="Google Shape;156;p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092788" y="4459310"/>
            <a:ext cx="7079287" cy="1589797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092788" y="106325"/>
            <a:ext cx="7090250" cy="42766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7"/>
          <p:cNvPicPr preferRelativeResize="0"/>
          <p:nvPr/>
        </p:nvPicPr>
        <p:blipFill rotWithShape="1">
          <a:blip r:embed="rId5">
            <a:alphaModFix/>
          </a:blip>
          <a:srcRect t="1538" b="-1538"/>
          <a:stretch/>
        </p:blipFill>
        <p:spPr>
          <a:xfrm>
            <a:off x="0" y="6126480"/>
            <a:ext cx="12188825" cy="7429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9" name="Google Shape;159;p7"/>
          <p:cNvCxnSpPr/>
          <p:nvPr/>
        </p:nvCxnSpPr>
        <p:spPr>
          <a:xfrm>
            <a:off x="0" y="6128413"/>
            <a:ext cx="12188825" cy="0"/>
          </a:xfrm>
          <a:prstGeom prst="straightConnector1">
            <a:avLst/>
          </a:prstGeom>
          <a:noFill/>
          <a:ln w="12700" cap="flat" cmpd="sng">
            <a:solidFill>
              <a:srgbClr val="000001">
                <a:alpha val="20000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EBE9E6"/>
            </a:gs>
            <a:gs pos="100000">
              <a:srgbClr val="C9C5C0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8"/>
          <p:cNvSpPr/>
          <p:nvPr/>
        </p:nvSpPr>
        <p:spPr>
          <a:xfrm>
            <a:off x="1" y="0"/>
            <a:ext cx="12188521" cy="6858000"/>
          </a:xfrm>
          <a:prstGeom prst="rect">
            <a:avLst/>
          </a:prstGeom>
          <a:gradFill>
            <a:gsLst>
              <a:gs pos="0">
                <a:srgbClr val="EBE9E6"/>
              </a:gs>
              <a:gs pos="100000">
                <a:srgbClr val="C9C5C0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cxnSp>
        <p:nvCxnSpPr>
          <p:cNvPr id="165" name="Google Shape;165;p8"/>
          <p:cNvCxnSpPr/>
          <p:nvPr/>
        </p:nvCxnSpPr>
        <p:spPr>
          <a:xfrm>
            <a:off x="1453517" y="1847088"/>
            <a:ext cx="4176285" cy="0"/>
          </a:xfrm>
          <a:prstGeom prst="straightConnector1">
            <a:avLst/>
          </a:prstGeom>
          <a:noFill/>
          <a:ln w="317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66" name="Google Shape;166;p8"/>
          <p:cNvSpPr txBox="1">
            <a:spLocks noGrp="1"/>
          </p:cNvSpPr>
          <p:nvPr>
            <p:ph type="title"/>
          </p:nvPr>
        </p:nvSpPr>
        <p:spPr>
          <a:xfrm>
            <a:off x="1451201" y="804520"/>
            <a:ext cx="4175424" cy="1049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Gill Sans"/>
              <a:buNone/>
            </a:pPr>
            <a:r>
              <a:rPr lang="en-US"/>
              <a:t>III. CÁC CHỨC NĂNG CHÍNH.</a:t>
            </a:r>
            <a:endParaRPr/>
          </a:p>
        </p:txBody>
      </p:sp>
      <p:sp>
        <p:nvSpPr>
          <p:cNvPr id="167" name="Google Shape;167;p8"/>
          <p:cNvSpPr/>
          <p:nvPr/>
        </p:nvSpPr>
        <p:spPr>
          <a:xfrm>
            <a:off x="0" y="2019476"/>
            <a:ext cx="12188825" cy="4105941"/>
          </a:xfrm>
          <a:prstGeom prst="rect">
            <a:avLst/>
          </a:prstGeom>
          <a:gradFill>
            <a:gsLst>
              <a:gs pos="0">
                <a:srgbClr val="DFDBD5">
                  <a:alpha val="0"/>
                </a:srgbClr>
              </a:gs>
              <a:gs pos="100000">
                <a:schemeClr val="lt2"/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68" name="Google Shape;168;p8"/>
          <p:cNvSpPr txBox="1">
            <a:spLocks noGrp="1"/>
          </p:cNvSpPr>
          <p:nvPr>
            <p:ph type="body" idx="1"/>
          </p:nvPr>
        </p:nvSpPr>
        <p:spPr>
          <a:xfrm>
            <a:off x="1451202" y="2015732"/>
            <a:ext cx="4171126" cy="3450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531" lvl="0" indent="-228531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900"/>
              <a:buChar char="•"/>
            </a:pPr>
            <a:r>
              <a:rPr lang="en-US"/>
              <a:t>Chức năng sửa câu hỏi</a:t>
            </a:r>
            <a:endParaRPr/>
          </a:p>
          <a:p>
            <a:pPr marL="228531" lvl="0" indent="-101594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999"/>
              <a:buNone/>
            </a:pPr>
            <a:endParaRPr/>
          </a:p>
        </p:txBody>
      </p:sp>
      <p:pic>
        <p:nvPicPr>
          <p:cNvPr id="169" name="Google Shape;169;p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233350" y="1508176"/>
            <a:ext cx="5725102" cy="39648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8"/>
          <p:cNvPicPr preferRelativeResize="0"/>
          <p:nvPr/>
        </p:nvPicPr>
        <p:blipFill rotWithShape="1">
          <a:blip r:embed="rId4">
            <a:alphaModFix/>
          </a:blip>
          <a:srcRect t="1538" b="-1538"/>
          <a:stretch/>
        </p:blipFill>
        <p:spPr>
          <a:xfrm>
            <a:off x="0" y="6126480"/>
            <a:ext cx="12188825" cy="7429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1" name="Google Shape;171;p8"/>
          <p:cNvCxnSpPr/>
          <p:nvPr/>
        </p:nvCxnSpPr>
        <p:spPr>
          <a:xfrm>
            <a:off x="0" y="6128413"/>
            <a:ext cx="12188825" cy="0"/>
          </a:xfrm>
          <a:prstGeom prst="straightConnector1">
            <a:avLst/>
          </a:prstGeom>
          <a:noFill/>
          <a:ln w="12700" cap="flat" cmpd="sng">
            <a:solidFill>
              <a:srgbClr val="000001">
                <a:alpha val="20000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EBE9E6"/>
            </a:gs>
            <a:gs pos="100000">
              <a:srgbClr val="C9C5C0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9"/>
          <p:cNvSpPr/>
          <p:nvPr/>
        </p:nvSpPr>
        <p:spPr>
          <a:xfrm>
            <a:off x="1" y="0"/>
            <a:ext cx="12188521" cy="6858000"/>
          </a:xfrm>
          <a:prstGeom prst="rect">
            <a:avLst/>
          </a:prstGeom>
          <a:gradFill>
            <a:gsLst>
              <a:gs pos="0">
                <a:srgbClr val="EBE9E6"/>
              </a:gs>
              <a:gs pos="100000">
                <a:srgbClr val="C9C5C0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cxnSp>
        <p:nvCxnSpPr>
          <p:cNvPr id="177" name="Google Shape;177;p9"/>
          <p:cNvCxnSpPr/>
          <p:nvPr/>
        </p:nvCxnSpPr>
        <p:spPr>
          <a:xfrm>
            <a:off x="1453517" y="1847088"/>
            <a:ext cx="4176285" cy="0"/>
          </a:xfrm>
          <a:prstGeom prst="straightConnector1">
            <a:avLst/>
          </a:prstGeom>
          <a:noFill/>
          <a:ln w="317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78" name="Google Shape;178;p9"/>
          <p:cNvSpPr txBox="1">
            <a:spLocks noGrp="1"/>
          </p:cNvSpPr>
          <p:nvPr>
            <p:ph type="title"/>
          </p:nvPr>
        </p:nvSpPr>
        <p:spPr>
          <a:xfrm>
            <a:off x="1451201" y="804520"/>
            <a:ext cx="4175424" cy="1049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Gill Sans"/>
              <a:buNone/>
            </a:pPr>
            <a:r>
              <a:rPr lang="en-US"/>
              <a:t>III. CÁC CHỨC NĂNG CHÍNH.</a:t>
            </a:r>
            <a:endParaRPr/>
          </a:p>
        </p:txBody>
      </p:sp>
      <p:sp>
        <p:nvSpPr>
          <p:cNvPr id="179" name="Google Shape;179;p9"/>
          <p:cNvSpPr/>
          <p:nvPr/>
        </p:nvSpPr>
        <p:spPr>
          <a:xfrm>
            <a:off x="0" y="2019476"/>
            <a:ext cx="12188825" cy="4105941"/>
          </a:xfrm>
          <a:prstGeom prst="rect">
            <a:avLst/>
          </a:prstGeom>
          <a:gradFill>
            <a:gsLst>
              <a:gs pos="0">
                <a:srgbClr val="DFDBD5">
                  <a:alpha val="0"/>
                </a:srgbClr>
              </a:gs>
              <a:gs pos="100000">
                <a:schemeClr val="lt2"/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80" name="Google Shape;180;p9"/>
          <p:cNvSpPr txBox="1">
            <a:spLocks noGrp="1"/>
          </p:cNvSpPr>
          <p:nvPr>
            <p:ph type="body" idx="1"/>
          </p:nvPr>
        </p:nvSpPr>
        <p:spPr>
          <a:xfrm>
            <a:off x="1451202" y="2015732"/>
            <a:ext cx="4171126" cy="3450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531" lvl="0" indent="-228531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900"/>
              <a:buChar char="•"/>
            </a:pPr>
            <a:r>
              <a:rPr lang="en-US"/>
              <a:t>Chức năng tạo đề thi</a:t>
            </a:r>
            <a:endParaRPr/>
          </a:p>
        </p:txBody>
      </p:sp>
      <p:pic>
        <p:nvPicPr>
          <p:cNvPr id="181" name="Google Shape;181;p9"/>
          <p:cNvPicPr preferRelativeResize="0"/>
          <p:nvPr/>
        </p:nvPicPr>
        <p:blipFill rotWithShape="1">
          <a:blip r:embed="rId3">
            <a:alphaModFix/>
          </a:blip>
          <a:srcRect t="1538" b="-1538"/>
          <a:stretch/>
        </p:blipFill>
        <p:spPr>
          <a:xfrm>
            <a:off x="0" y="6126480"/>
            <a:ext cx="12188825" cy="7429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82" name="Google Shape;182;p9"/>
          <p:cNvCxnSpPr/>
          <p:nvPr/>
        </p:nvCxnSpPr>
        <p:spPr>
          <a:xfrm>
            <a:off x="0" y="6128413"/>
            <a:ext cx="12188825" cy="0"/>
          </a:xfrm>
          <a:prstGeom prst="straightConnector1">
            <a:avLst/>
          </a:prstGeom>
          <a:noFill/>
          <a:ln w="12700" cap="flat" cmpd="sng">
            <a:solidFill>
              <a:srgbClr val="000001">
                <a:alpha val="20000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183" name="Google Shape;183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54274" y="1638807"/>
            <a:ext cx="5604177" cy="39427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EBE9E6"/>
            </a:gs>
            <a:gs pos="100000">
              <a:srgbClr val="C9C5C0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0"/>
          <p:cNvSpPr/>
          <p:nvPr/>
        </p:nvSpPr>
        <p:spPr>
          <a:xfrm>
            <a:off x="1" y="0"/>
            <a:ext cx="12188521" cy="6858000"/>
          </a:xfrm>
          <a:prstGeom prst="rect">
            <a:avLst/>
          </a:prstGeom>
          <a:gradFill>
            <a:gsLst>
              <a:gs pos="0">
                <a:srgbClr val="EBE9E6"/>
              </a:gs>
              <a:gs pos="100000">
                <a:srgbClr val="C9C5C0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cxnSp>
        <p:nvCxnSpPr>
          <p:cNvPr id="189" name="Google Shape;189;p10"/>
          <p:cNvCxnSpPr/>
          <p:nvPr/>
        </p:nvCxnSpPr>
        <p:spPr>
          <a:xfrm>
            <a:off x="1453517" y="1847088"/>
            <a:ext cx="4176285" cy="0"/>
          </a:xfrm>
          <a:prstGeom prst="straightConnector1">
            <a:avLst/>
          </a:prstGeom>
          <a:noFill/>
          <a:ln w="317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90" name="Google Shape;190;p10"/>
          <p:cNvSpPr txBox="1">
            <a:spLocks noGrp="1"/>
          </p:cNvSpPr>
          <p:nvPr>
            <p:ph type="title"/>
          </p:nvPr>
        </p:nvSpPr>
        <p:spPr>
          <a:xfrm>
            <a:off x="1451201" y="804520"/>
            <a:ext cx="4175424" cy="1049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Gill Sans"/>
              <a:buNone/>
            </a:pPr>
            <a:r>
              <a:rPr lang="en-US"/>
              <a:t>III. CÁC CHỨC NĂNG CHÍNH.</a:t>
            </a:r>
            <a:endParaRPr/>
          </a:p>
        </p:txBody>
      </p:sp>
      <p:sp>
        <p:nvSpPr>
          <p:cNvPr id="191" name="Google Shape;191;p10"/>
          <p:cNvSpPr/>
          <p:nvPr/>
        </p:nvSpPr>
        <p:spPr>
          <a:xfrm>
            <a:off x="0" y="2019476"/>
            <a:ext cx="12188825" cy="4105941"/>
          </a:xfrm>
          <a:prstGeom prst="rect">
            <a:avLst/>
          </a:prstGeom>
          <a:gradFill>
            <a:gsLst>
              <a:gs pos="0">
                <a:srgbClr val="DFDBD5">
                  <a:alpha val="0"/>
                </a:srgbClr>
              </a:gs>
              <a:gs pos="100000">
                <a:schemeClr val="lt2"/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92" name="Google Shape;192;p10"/>
          <p:cNvSpPr txBox="1">
            <a:spLocks noGrp="1"/>
          </p:cNvSpPr>
          <p:nvPr>
            <p:ph type="body" idx="1"/>
          </p:nvPr>
        </p:nvSpPr>
        <p:spPr>
          <a:xfrm>
            <a:off x="1451202" y="2015732"/>
            <a:ext cx="4171126" cy="3450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531" lvl="0" indent="-228531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900"/>
              <a:buChar char="•"/>
            </a:pPr>
            <a:r>
              <a:rPr lang="en-US"/>
              <a:t>Chức năng dành cho học sinh</a:t>
            </a:r>
            <a:endParaRPr/>
          </a:p>
        </p:txBody>
      </p:sp>
      <p:pic>
        <p:nvPicPr>
          <p:cNvPr id="193" name="Google Shape;193;p10" descr="A screenshot of a cell phone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35774" y="1650673"/>
            <a:ext cx="5107041" cy="4197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10"/>
          <p:cNvPicPr preferRelativeResize="0"/>
          <p:nvPr/>
        </p:nvPicPr>
        <p:blipFill rotWithShape="1">
          <a:blip r:embed="rId4">
            <a:alphaModFix/>
          </a:blip>
          <a:srcRect t="1538" b="-1538"/>
          <a:stretch/>
        </p:blipFill>
        <p:spPr>
          <a:xfrm>
            <a:off x="0" y="6126480"/>
            <a:ext cx="12188825" cy="7429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5" name="Google Shape;195;p10"/>
          <p:cNvCxnSpPr/>
          <p:nvPr/>
        </p:nvCxnSpPr>
        <p:spPr>
          <a:xfrm>
            <a:off x="0" y="6128413"/>
            <a:ext cx="12188825" cy="0"/>
          </a:xfrm>
          <a:prstGeom prst="straightConnector1">
            <a:avLst/>
          </a:prstGeom>
          <a:noFill/>
          <a:ln w="12700" cap="flat" cmpd="sng">
            <a:solidFill>
              <a:srgbClr val="000001">
                <a:alpha val="20000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EBE9E6"/>
            </a:gs>
            <a:gs pos="100000">
              <a:srgbClr val="C9C5C0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1"/>
          <p:cNvSpPr/>
          <p:nvPr/>
        </p:nvSpPr>
        <p:spPr>
          <a:xfrm>
            <a:off x="1" y="0"/>
            <a:ext cx="12188521" cy="6858000"/>
          </a:xfrm>
          <a:prstGeom prst="rect">
            <a:avLst/>
          </a:prstGeom>
          <a:gradFill>
            <a:gsLst>
              <a:gs pos="0">
                <a:srgbClr val="EBE9E6"/>
              </a:gs>
              <a:gs pos="100000">
                <a:srgbClr val="C9C5C0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cxnSp>
        <p:nvCxnSpPr>
          <p:cNvPr id="201" name="Google Shape;201;p11"/>
          <p:cNvCxnSpPr/>
          <p:nvPr/>
        </p:nvCxnSpPr>
        <p:spPr>
          <a:xfrm>
            <a:off x="1453517" y="1847088"/>
            <a:ext cx="4176285" cy="0"/>
          </a:xfrm>
          <a:prstGeom prst="straightConnector1">
            <a:avLst/>
          </a:prstGeom>
          <a:noFill/>
          <a:ln w="317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02" name="Google Shape;202;p11"/>
          <p:cNvSpPr txBox="1">
            <a:spLocks noGrp="1"/>
          </p:cNvSpPr>
          <p:nvPr>
            <p:ph type="title"/>
          </p:nvPr>
        </p:nvSpPr>
        <p:spPr>
          <a:xfrm>
            <a:off x="1451201" y="804520"/>
            <a:ext cx="4175424" cy="1049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Gill Sans"/>
              <a:buNone/>
            </a:pPr>
            <a:r>
              <a:rPr lang="en-US"/>
              <a:t>III. CÁC CHỨC NĂNG CHÍNH.</a:t>
            </a:r>
            <a:endParaRPr/>
          </a:p>
        </p:txBody>
      </p:sp>
      <p:sp>
        <p:nvSpPr>
          <p:cNvPr id="203" name="Google Shape;203;p11"/>
          <p:cNvSpPr/>
          <p:nvPr/>
        </p:nvSpPr>
        <p:spPr>
          <a:xfrm>
            <a:off x="0" y="2019476"/>
            <a:ext cx="12188825" cy="4105941"/>
          </a:xfrm>
          <a:prstGeom prst="rect">
            <a:avLst/>
          </a:prstGeom>
          <a:gradFill>
            <a:gsLst>
              <a:gs pos="0">
                <a:srgbClr val="DFDBD5">
                  <a:alpha val="0"/>
                </a:srgbClr>
              </a:gs>
              <a:gs pos="100000">
                <a:schemeClr val="lt2"/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04" name="Google Shape;204;p11"/>
          <p:cNvSpPr txBox="1">
            <a:spLocks noGrp="1"/>
          </p:cNvSpPr>
          <p:nvPr>
            <p:ph type="body" idx="1"/>
          </p:nvPr>
        </p:nvSpPr>
        <p:spPr>
          <a:xfrm>
            <a:off x="1451202" y="2015732"/>
            <a:ext cx="4171126" cy="3450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531" lvl="0" indent="-228531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900"/>
              <a:buChar char="•"/>
            </a:pPr>
            <a:r>
              <a:rPr lang="en-US"/>
              <a:t>Chức năng dành cho học sinh</a:t>
            </a:r>
            <a:endParaRPr/>
          </a:p>
        </p:txBody>
      </p:sp>
      <p:pic>
        <p:nvPicPr>
          <p:cNvPr id="205" name="Google Shape;205;p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094425" y="1732612"/>
            <a:ext cx="5840625" cy="3450613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p11"/>
          <p:cNvPicPr preferRelativeResize="0"/>
          <p:nvPr/>
        </p:nvPicPr>
        <p:blipFill rotWithShape="1">
          <a:blip r:embed="rId4">
            <a:alphaModFix/>
          </a:blip>
          <a:srcRect t="1538" b="-1538"/>
          <a:stretch/>
        </p:blipFill>
        <p:spPr>
          <a:xfrm>
            <a:off x="0" y="6126480"/>
            <a:ext cx="12188825" cy="7429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07" name="Google Shape;207;p11"/>
          <p:cNvCxnSpPr/>
          <p:nvPr/>
        </p:nvCxnSpPr>
        <p:spPr>
          <a:xfrm>
            <a:off x="0" y="6128413"/>
            <a:ext cx="12188825" cy="0"/>
          </a:xfrm>
          <a:prstGeom prst="straightConnector1">
            <a:avLst/>
          </a:prstGeom>
          <a:noFill/>
          <a:ln w="12700" cap="flat" cmpd="sng">
            <a:solidFill>
              <a:srgbClr val="000001">
                <a:alpha val="20000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EBE9E6"/>
            </a:gs>
            <a:gs pos="100000">
              <a:srgbClr val="C9C5C0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2"/>
          <p:cNvSpPr/>
          <p:nvPr/>
        </p:nvSpPr>
        <p:spPr>
          <a:xfrm>
            <a:off x="1" y="0"/>
            <a:ext cx="12188521" cy="6858000"/>
          </a:xfrm>
          <a:prstGeom prst="rect">
            <a:avLst/>
          </a:prstGeom>
          <a:gradFill>
            <a:gsLst>
              <a:gs pos="0">
                <a:srgbClr val="EBE9E6"/>
              </a:gs>
              <a:gs pos="100000">
                <a:srgbClr val="C9C5C0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cxnSp>
        <p:nvCxnSpPr>
          <p:cNvPr id="213" name="Google Shape;213;p12"/>
          <p:cNvCxnSpPr/>
          <p:nvPr/>
        </p:nvCxnSpPr>
        <p:spPr>
          <a:xfrm>
            <a:off x="1453517" y="1847088"/>
            <a:ext cx="4176285" cy="0"/>
          </a:xfrm>
          <a:prstGeom prst="straightConnector1">
            <a:avLst/>
          </a:prstGeom>
          <a:noFill/>
          <a:ln w="317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14" name="Google Shape;214;p12"/>
          <p:cNvSpPr txBox="1">
            <a:spLocks noGrp="1"/>
          </p:cNvSpPr>
          <p:nvPr>
            <p:ph type="title"/>
          </p:nvPr>
        </p:nvSpPr>
        <p:spPr>
          <a:xfrm>
            <a:off x="1451201" y="804520"/>
            <a:ext cx="4175424" cy="1049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Gill Sans"/>
              <a:buNone/>
            </a:pPr>
            <a:r>
              <a:rPr lang="en-US"/>
              <a:t>III. CÁC CHỨC NĂNG CHÍNH.</a:t>
            </a:r>
            <a:endParaRPr/>
          </a:p>
        </p:txBody>
      </p:sp>
      <p:sp>
        <p:nvSpPr>
          <p:cNvPr id="215" name="Google Shape;215;p12"/>
          <p:cNvSpPr/>
          <p:nvPr/>
        </p:nvSpPr>
        <p:spPr>
          <a:xfrm>
            <a:off x="0" y="2019476"/>
            <a:ext cx="12188825" cy="4105941"/>
          </a:xfrm>
          <a:prstGeom prst="rect">
            <a:avLst/>
          </a:prstGeom>
          <a:gradFill>
            <a:gsLst>
              <a:gs pos="0">
                <a:srgbClr val="DFDBD5">
                  <a:alpha val="0"/>
                </a:srgbClr>
              </a:gs>
              <a:gs pos="100000">
                <a:schemeClr val="lt2"/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16" name="Google Shape;216;p12"/>
          <p:cNvSpPr txBox="1">
            <a:spLocks noGrp="1"/>
          </p:cNvSpPr>
          <p:nvPr>
            <p:ph type="body" idx="1"/>
          </p:nvPr>
        </p:nvSpPr>
        <p:spPr>
          <a:xfrm>
            <a:off x="1451202" y="2015732"/>
            <a:ext cx="4171126" cy="3450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531" lvl="0" indent="-228531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900"/>
              <a:buChar char="•"/>
            </a:pPr>
            <a:r>
              <a:rPr lang="en-US"/>
              <a:t>Chức năng PreviewTest</a:t>
            </a:r>
            <a:endParaRPr/>
          </a:p>
        </p:txBody>
      </p:sp>
      <p:pic>
        <p:nvPicPr>
          <p:cNvPr id="217" name="Google Shape;217;p1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925850" y="1757551"/>
            <a:ext cx="5996976" cy="38642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" name="Google Shape;218;p12"/>
          <p:cNvPicPr preferRelativeResize="0"/>
          <p:nvPr/>
        </p:nvPicPr>
        <p:blipFill rotWithShape="1">
          <a:blip r:embed="rId4">
            <a:alphaModFix/>
          </a:blip>
          <a:srcRect t="1538" b="-1538"/>
          <a:stretch/>
        </p:blipFill>
        <p:spPr>
          <a:xfrm>
            <a:off x="0" y="6126480"/>
            <a:ext cx="12188825" cy="7429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19" name="Google Shape;219;p12"/>
          <p:cNvCxnSpPr/>
          <p:nvPr/>
        </p:nvCxnSpPr>
        <p:spPr>
          <a:xfrm>
            <a:off x="0" y="6128413"/>
            <a:ext cx="12188825" cy="0"/>
          </a:xfrm>
          <a:prstGeom prst="straightConnector1">
            <a:avLst/>
          </a:prstGeom>
          <a:noFill/>
          <a:ln w="12700" cap="flat" cmpd="sng">
            <a:solidFill>
              <a:srgbClr val="000001">
                <a:alpha val="20000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1"/>
          <p:cNvSpPr/>
          <p:nvPr/>
        </p:nvSpPr>
        <p:spPr>
          <a:xfrm>
            <a:off x="1" y="0"/>
            <a:ext cx="12188521" cy="6858000"/>
          </a:xfrm>
          <a:prstGeom prst="rect">
            <a:avLst/>
          </a:prstGeom>
          <a:gradFill>
            <a:gsLst>
              <a:gs pos="0">
                <a:srgbClr val="EBE9E6"/>
              </a:gs>
              <a:gs pos="100000">
                <a:srgbClr val="C9C5C0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cxnSp>
        <p:nvCxnSpPr>
          <p:cNvPr id="201" name="Google Shape;201;p11"/>
          <p:cNvCxnSpPr/>
          <p:nvPr/>
        </p:nvCxnSpPr>
        <p:spPr>
          <a:xfrm>
            <a:off x="1453517" y="1847088"/>
            <a:ext cx="4176285" cy="0"/>
          </a:xfrm>
          <a:prstGeom prst="straightConnector1">
            <a:avLst/>
          </a:prstGeom>
          <a:noFill/>
          <a:ln w="317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02" name="Google Shape;202;p11"/>
          <p:cNvSpPr txBox="1">
            <a:spLocks noGrp="1"/>
          </p:cNvSpPr>
          <p:nvPr>
            <p:ph type="title"/>
          </p:nvPr>
        </p:nvSpPr>
        <p:spPr>
          <a:xfrm>
            <a:off x="1451201" y="804520"/>
            <a:ext cx="4175424" cy="1049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Gill Sans"/>
              <a:buNone/>
            </a:pPr>
            <a:r>
              <a:rPr lang="en-US"/>
              <a:t>III. CÁC CHỨC NĂNG CHÍNH.</a:t>
            </a:r>
            <a:endParaRPr/>
          </a:p>
        </p:txBody>
      </p:sp>
      <p:sp>
        <p:nvSpPr>
          <p:cNvPr id="204" name="Google Shape;204;p11"/>
          <p:cNvSpPr txBox="1">
            <a:spLocks noGrp="1"/>
          </p:cNvSpPr>
          <p:nvPr>
            <p:ph type="body" idx="1"/>
          </p:nvPr>
        </p:nvSpPr>
        <p:spPr>
          <a:xfrm>
            <a:off x="1451202" y="2015732"/>
            <a:ext cx="4171126" cy="3450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531" lvl="0" indent="-228531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900"/>
              <a:buChar char="•"/>
            </a:pPr>
            <a:r>
              <a:rPr lang="en-US" dirty="0" err="1"/>
              <a:t>Chức</a:t>
            </a:r>
            <a:r>
              <a:rPr lang="en-US" dirty="0"/>
              <a:t> </a:t>
            </a:r>
            <a:r>
              <a:rPr lang="en-US" dirty="0" err="1"/>
              <a:t>năng</a:t>
            </a:r>
            <a:r>
              <a:rPr lang="en-US" dirty="0"/>
              <a:t> </a:t>
            </a:r>
            <a:r>
              <a:rPr lang="en-US" dirty="0" err="1"/>
              <a:t>dành</a:t>
            </a:r>
            <a:r>
              <a:rPr lang="en-US" dirty="0"/>
              <a:t>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 err="1"/>
              <a:t>giáo</a:t>
            </a:r>
            <a:r>
              <a:rPr lang="en-US" dirty="0"/>
              <a:t> </a:t>
            </a:r>
            <a:r>
              <a:rPr lang="en-US" dirty="0" err="1"/>
              <a:t>viên</a:t>
            </a:r>
            <a:endParaRPr dirty="0"/>
          </a:p>
        </p:txBody>
      </p:sp>
      <p:pic>
        <p:nvPicPr>
          <p:cNvPr id="206" name="Google Shape;206;p11"/>
          <p:cNvPicPr preferRelativeResize="0"/>
          <p:nvPr/>
        </p:nvPicPr>
        <p:blipFill rotWithShape="1">
          <a:blip r:embed="rId3">
            <a:alphaModFix/>
          </a:blip>
          <a:srcRect t="1538" b="-1538"/>
          <a:stretch/>
        </p:blipFill>
        <p:spPr>
          <a:xfrm>
            <a:off x="0" y="6126480"/>
            <a:ext cx="12188825" cy="7429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07" name="Google Shape;207;p11"/>
          <p:cNvCxnSpPr/>
          <p:nvPr/>
        </p:nvCxnSpPr>
        <p:spPr>
          <a:xfrm>
            <a:off x="0" y="6128413"/>
            <a:ext cx="12188825" cy="0"/>
          </a:xfrm>
          <a:prstGeom prst="straightConnector1">
            <a:avLst/>
          </a:prstGeom>
          <a:noFill/>
          <a:ln w="12700" cap="flat" cmpd="sng">
            <a:solidFill>
              <a:srgbClr val="000001">
                <a:alpha val="20000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2" name="Picture 1">
            <a:extLst>
              <a:ext uri="{FF2B5EF4-FFF2-40B4-BE49-F238E27FC236}">
                <a16:creationId xmlns:a16="http://schemas.microsoft.com/office/drawing/2014/main" id="{0A39E88C-4F06-4C00-BD28-6197F39B88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23906" y="28500"/>
            <a:ext cx="6464919" cy="42454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65997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3"/>
          <p:cNvSpPr txBox="1">
            <a:spLocks noGrp="1"/>
          </p:cNvSpPr>
          <p:nvPr>
            <p:ph type="title"/>
          </p:nvPr>
        </p:nvSpPr>
        <p:spPr>
          <a:xfrm>
            <a:off x="491870" y="5866765"/>
            <a:ext cx="7763715" cy="7444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375" tIns="45675" rIns="91375" bIns="45675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Pts val="3238"/>
              <a:buFont typeface="Arial"/>
              <a:buNone/>
            </a:pPr>
            <a:r>
              <a:rPr lang="en-US" sz="3238" b="1" i="1" u="sng">
                <a:solidFill>
                  <a:srgbClr val="00B0F0"/>
                </a:solidFill>
                <a:latin typeface="Arial"/>
                <a:ea typeface="Arial"/>
                <a:cs typeface="Arial"/>
                <a:sym typeface="Arial"/>
              </a:rPr>
              <a:t>CẢM ƠN THẦY VÀ CÁC BẠN ĐÃ THEO DÕI</a:t>
            </a:r>
            <a:endParaRPr sz="3238" b="1" i="1" u="sng">
              <a:solidFill>
                <a:srgbClr val="00B0F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5" name="Google Shape;225;p13" descr="https://european-hrd-circle.org/wp-content/uploads/2017/05/thank-you.jpg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 t="15730"/>
          <a:stretch/>
        </p:blipFill>
        <p:spPr>
          <a:xfrm>
            <a:off x="1607" y="1795"/>
            <a:ext cx="12185630" cy="6854419"/>
          </a:xfrm>
          <a:prstGeom prst="rect">
            <a:avLst/>
          </a:prstGeom>
          <a:noFill/>
          <a:ln>
            <a:noFill/>
          </a:ln>
          <a:effectLst>
            <a:outerShdw blurRad="292100" dist="139700" dir="2700000" algn="tl" rotWithShape="0">
              <a:srgbClr val="333333">
                <a:alpha val="64705"/>
              </a:srgbClr>
            </a:outerShdw>
          </a:effectLst>
        </p:spPr>
      </p:pic>
      <p:pic>
        <p:nvPicPr>
          <p:cNvPr id="226" name="Google Shape;226;p13" descr="Káº¿t quáº£ hÃ¬nh áº£nh cho thank you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12187217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/>
      </p:transition>
    </mc:Choice>
    <mc:Fallback xmlns="">
      <p:transition spd="slow">
        <p:checker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Gallery">
  <a:themeElements>
    <a:clrScheme name="Gallery">
      <a:dk1>
        <a:srgbClr val="000000"/>
      </a:dk1>
      <a:lt1>
        <a:srgbClr val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ủ đề Office">
  <a:themeElements>
    <a:clrScheme name="Books16x9">
      <a:dk1>
        <a:srgbClr val="374C81"/>
      </a:dk1>
      <a:lt1>
        <a:srgbClr val="FFFFFF"/>
      </a:lt1>
      <a:dk2>
        <a:srgbClr val="000000"/>
      </a:dk2>
      <a:lt2>
        <a:srgbClr val="EDE5DF"/>
      </a:lt2>
      <a:accent1>
        <a:srgbClr val="414E77"/>
      </a:accent1>
      <a:accent2>
        <a:srgbClr val="70AAC4"/>
      </a:accent2>
      <a:accent3>
        <a:srgbClr val="8B6A94"/>
      </a:accent3>
      <a:accent4>
        <a:srgbClr val="61A796"/>
      </a:accent4>
      <a:accent5>
        <a:srgbClr val="4E5798"/>
      </a:accent5>
      <a:accent6>
        <a:srgbClr val="7E5C5C"/>
      </a:accent6>
      <a:hlink>
        <a:srgbClr val="0070C0"/>
      </a:hlink>
      <a:folHlink>
        <a:srgbClr val="7030A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303</Words>
  <Application>Microsoft Office PowerPoint</Application>
  <PresentationFormat>Custom</PresentationFormat>
  <Paragraphs>52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Century Gothic</vt:lpstr>
      <vt:lpstr>Gill Sans</vt:lpstr>
      <vt:lpstr>Gallery</vt:lpstr>
      <vt:lpstr>ĐẠI SỐ MÁY TÍNH</vt:lpstr>
      <vt:lpstr>NỘI DUNG </vt:lpstr>
      <vt:lpstr>I. GIỚI THIỆU</vt:lpstr>
      <vt:lpstr>I. GIỚI THIỆU</vt:lpstr>
      <vt:lpstr>II. CÔNG CỤ </vt:lpstr>
      <vt:lpstr>III. CÁC CHỨC NĂNG CHÍNH.</vt:lpstr>
      <vt:lpstr>III. CÁC CHỨC NĂNG CHÍNH.</vt:lpstr>
      <vt:lpstr>III. CÁC CHỨC NĂNG CHÍNH.</vt:lpstr>
      <vt:lpstr>III. CÁC CHỨC NĂNG CHÍNH.</vt:lpstr>
      <vt:lpstr>III. CÁC CHỨC NĂNG CHÍNH.</vt:lpstr>
      <vt:lpstr>III. CÁC CHỨC NĂNG CHÍNH.</vt:lpstr>
      <vt:lpstr>III. CÁC CHỨC NĂNG CHÍNH.</vt:lpstr>
      <vt:lpstr>III. CÁC CHỨC NĂNG CHÍNH.</vt:lpstr>
      <vt:lpstr>CẢM ƠN THẦY VÀ CÁC BẠN ĐÃ THEO DÕI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ĐẠI SỐ MÁY TÍNH</dc:title>
  <cp:lastModifiedBy>Trọng Hậu</cp:lastModifiedBy>
  <cp:revision>6</cp:revision>
  <dcterms:created xsi:type="dcterms:W3CDTF">2019-06-02T09:45:32Z</dcterms:created>
  <dcterms:modified xsi:type="dcterms:W3CDTF">2019-06-09T14:53:33Z</dcterms:modified>
</cp:coreProperties>
</file>